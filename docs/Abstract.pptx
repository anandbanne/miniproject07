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6"/>
  </p:notesMasterIdLst>
  <p:sldIdLst>
    <p:sldId id="257" r:id="rId2"/>
    <p:sldId id="260" r:id="rId3"/>
    <p:sldId id="258" r:id="rId4"/>
    <p:sldId id="261" r:id="rId5"/>
    <p:sldId id="262" r:id="rId6"/>
    <p:sldId id="263" r:id="rId7"/>
    <p:sldId id="264" r:id="rId8"/>
    <p:sldId id="265" r:id="rId9"/>
    <p:sldId id="266" r:id="rId10"/>
    <p:sldId id="267" r:id="rId11"/>
    <p:sldId id="277" r:id="rId12"/>
    <p:sldId id="269" r:id="rId13"/>
    <p:sldId id="270" r:id="rId14"/>
    <p:sldId id="271" r:id="rId15"/>
    <p:sldId id="272" r:id="rId16"/>
    <p:sldId id="273" r:id="rId17"/>
    <p:sldId id="274" r:id="rId18"/>
    <p:sldId id="275" r:id="rId19"/>
    <p:sldId id="276" r:id="rId20"/>
    <p:sldId id="278" r:id="rId21"/>
    <p:sldId id="279" r:id="rId22"/>
    <p:sldId id="280" r:id="rId23"/>
    <p:sldId id="281" r:id="rId24"/>
    <p:sldId id="259"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4" d="100"/>
          <a:sy n="64" d="100"/>
        </p:scale>
        <p:origin x="97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nne Srikrishna" userId="613487145c833e42" providerId="LiveId" clId="{350FA9D5-BBBE-4C21-B84A-41C50AD103B2}"/>
    <pc:docChg chg="undo custSel addSld delSld modSld sldOrd">
      <pc:chgData name="Banne Srikrishna" userId="613487145c833e42" providerId="LiveId" clId="{350FA9D5-BBBE-4C21-B84A-41C50AD103B2}" dt="2026-03-28T12:32:06.563" v="1356" actId="14100"/>
      <pc:docMkLst>
        <pc:docMk/>
      </pc:docMkLst>
      <pc:sldChg chg="addSp modSp mod">
        <pc:chgData name="Banne Srikrishna" userId="613487145c833e42" providerId="LiveId" clId="{350FA9D5-BBBE-4C21-B84A-41C50AD103B2}" dt="2026-03-28T09:53:51.961" v="1345" actId="14100"/>
        <pc:sldMkLst>
          <pc:docMk/>
          <pc:sldMk cId="3590371859" sldId="257"/>
        </pc:sldMkLst>
        <pc:spChg chg="mod">
          <ac:chgData name="Banne Srikrishna" userId="613487145c833e42" providerId="LiveId" clId="{350FA9D5-BBBE-4C21-B84A-41C50AD103B2}" dt="2026-02-27T10:09:09.069" v="1091" actId="1076"/>
          <ac:spMkLst>
            <pc:docMk/>
            <pc:sldMk cId="3590371859" sldId="257"/>
            <ac:spMk id="4" creationId="{B4D60369-D9A7-05D1-3320-14B419ADFCD8}"/>
          </ac:spMkLst>
        </pc:spChg>
        <pc:spChg chg="mod">
          <ac:chgData name="Banne Srikrishna" userId="613487145c833e42" providerId="LiveId" clId="{350FA9D5-BBBE-4C21-B84A-41C50AD103B2}" dt="2026-03-28T09:53:51.961" v="1345" actId="14100"/>
          <ac:spMkLst>
            <pc:docMk/>
            <pc:sldMk cId="3590371859" sldId="257"/>
            <ac:spMk id="11" creationId="{21510C82-C00B-F4FB-B8B4-0CC643EA423D}"/>
          </ac:spMkLst>
        </pc:spChg>
        <pc:picChg chg="add mod">
          <ac:chgData name="Banne Srikrishna" userId="613487145c833e42" providerId="LiveId" clId="{350FA9D5-BBBE-4C21-B84A-41C50AD103B2}" dt="2026-03-11T06:20:09.587" v="1244" actId="1036"/>
          <ac:picMkLst>
            <pc:docMk/>
            <pc:sldMk cId="3590371859" sldId="257"/>
            <ac:picMk id="1026" creationId="{FDC29FCD-DEDF-D35F-116F-A36890A29EC2}"/>
          </ac:picMkLst>
        </pc:picChg>
      </pc:sldChg>
      <pc:sldChg chg="addSp modSp mod">
        <pc:chgData name="Banne Srikrishna" userId="613487145c833e42" providerId="LiveId" clId="{350FA9D5-BBBE-4C21-B84A-41C50AD103B2}" dt="2026-03-18T04:57:22.090" v="1259" actId="207"/>
        <pc:sldMkLst>
          <pc:docMk/>
          <pc:sldMk cId="198767390" sldId="258"/>
        </pc:sldMkLst>
        <pc:spChg chg="mod">
          <ac:chgData name="Banne Srikrishna" userId="613487145c833e42" providerId="LiveId" clId="{350FA9D5-BBBE-4C21-B84A-41C50AD103B2}" dt="2026-03-11T06:35:09.215" v="1246"/>
          <ac:spMkLst>
            <pc:docMk/>
            <pc:sldMk cId="198767390" sldId="258"/>
            <ac:spMk id="2" creationId="{0F82BBCC-A582-966A-2101-128B9C9C68FB}"/>
          </ac:spMkLst>
        </pc:spChg>
        <pc:spChg chg="mod">
          <ac:chgData name="Banne Srikrishna" userId="613487145c833e42" providerId="LiveId" clId="{350FA9D5-BBBE-4C21-B84A-41C50AD103B2}" dt="2026-03-18T04:57:22.090" v="1259" actId="207"/>
          <ac:spMkLst>
            <pc:docMk/>
            <pc:sldMk cId="198767390" sldId="258"/>
            <ac:spMk id="3" creationId="{B8DB0219-700A-EDA3-AC08-469B35A7CE32}"/>
          </ac:spMkLst>
        </pc:spChg>
        <pc:picChg chg="add mod">
          <ac:chgData name="Banne Srikrishna" userId="613487145c833e42" providerId="LiveId" clId="{350FA9D5-BBBE-4C21-B84A-41C50AD103B2}" dt="2026-02-27T10:11:27.245" v="1115" actId="14100"/>
          <ac:picMkLst>
            <pc:docMk/>
            <pc:sldMk cId="198767390" sldId="258"/>
            <ac:picMk id="3074" creationId="{91F8E143-E963-B46F-B011-B1249355C411}"/>
          </ac:picMkLst>
        </pc:picChg>
      </pc:sldChg>
      <pc:sldChg chg="addSp modSp">
        <pc:chgData name="Banne Srikrishna" userId="613487145c833e42" providerId="LiveId" clId="{350FA9D5-BBBE-4C21-B84A-41C50AD103B2}" dt="2026-02-27T10:19:28.326" v="1243" actId="14100"/>
        <pc:sldMkLst>
          <pc:docMk/>
          <pc:sldMk cId="3859718320" sldId="259"/>
        </pc:sldMkLst>
        <pc:picChg chg="add mod">
          <ac:chgData name="Banne Srikrishna" userId="613487145c833e42" providerId="LiveId" clId="{350FA9D5-BBBE-4C21-B84A-41C50AD103B2}" dt="2026-02-27T10:19:28.326" v="1243" actId="14100"/>
          <ac:picMkLst>
            <pc:docMk/>
            <pc:sldMk cId="3859718320" sldId="259"/>
            <ac:picMk id="20482" creationId="{5DEC054C-0245-FD92-6F78-CE86DD331CAE}"/>
          </ac:picMkLst>
        </pc:picChg>
      </pc:sldChg>
      <pc:sldChg chg="addSp modSp mod">
        <pc:chgData name="Banne Srikrishna" userId="613487145c833e42" providerId="LiveId" clId="{350FA9D5-BBBE-4C21-B84A-41C50AD103B2}" dt="2026-03-18T04:57:16.271" v="1258" actId="207"/>
        <pc:sldMkLst>
          <pc:docMk/>
          <pc:sldMk cId="526431187" sldId="260"/>
        </pc:sldMkLst>
        <pc:spChg chg="mod">
          <ac:chgData name="Banne Srikrishna" userId="613487145c833e42" providerId="LiveId" clId="{350FA9D5-BBBE-4C21-B84A-41C50AD103B2}" dt="2026-03-18T04:57:16.271" v="1258" actId="207"/>
          <ac:spMkLst>
            <pc:docMk/>
            <pc:sldMk cId="526431187" sldId="260"/>
            <ac:spMk id="2" creationId="{F4636968-9257-15FD-B80A-694FBF001827}"/>
          </ac:spMkLst>
        </pc:spChg>
        <pc:picChg chg="add mod">
          <ac:chgData name="Banne Srikrishna" userId="613487145c833e42" providerId="LiveId" clId="{350FA9D5-BBBE-4C21-B84A-41C50AD103B2}" dt="2026-02-27T10:10:07.601" v="1106" actId="14100"/>
          <ac:picMkLst>
            <pc:docMk/>
            <pc:sldMk cId="526431187" sldId="260"/>
            <ac:picMk id="2050" creationId="{3C3DDB51-A8AD-1D4C-CFEE-381AE3F3AFBF}"/>
          </ac:picMkLst>
        </pc:picChg>
      </pc:sldChg>
      <pc:sldChg chg="addSp modSp mod">
        <pc:chgData name="Banne Srikrishna" userId="613487145c833e42" providerId="LiveId" clId="{350FA9D5-BBBE-4C21-B84A-41C50AD103B2}" dt="2026-03-18T04:57:36.282" v="1260" actId="207"/>
        <pc:sldMkLst>
          <pc:docMk/>
          <pc:sldMk cId="3937650548" sldId="261"/>
        </pc:sldMkLst>
        <pc:spChg chg="mod">
          <ac:chgData name="Banne Srikrishna" userId="613487145c833e42" providerId="LiveId" clId="{350FA9D5-BBBE-4C21-B84A-41C50AD103B2}" dt="2026-03-18T04:57:36.282" v="1260" actId="207"/>
          <ac:spMkLst>
            <pc:docMk/>
            <pc:sldMk cId="3937650548" sldId="261"/>
            <ac:spMk id="2" creationId="{4CEB6DC7-4AD6-8F4B-7908-A66270904685}"/>
          </ac:spMkLst>
        </pc:spChg>
        <pc:picChg chg="add mod">
          <ac:chgData name="Banne Srikrishna" userId="613487145c833e42" providerId="LiveId" clId="{350FA9D5-BBBE-4C21-B84A-41C50AD103B2}" dt="2026-02-27T10:11:52.022" v="1121" actId="14100"/>
          <ac:picMkLst>
            <pc:docMk/>
            <pc:sldMk cId="3937650548" sldId="261"/>
            <ac:picMk id="4098" creationId="{DA87A455-EF6F-BD70-E9AE-A11C4FCF1AF6}"/>
          </ac:picMkLst>
        </pc:picChg>
      </pc:sldChg>
      <pc:sldChg chg="addSp delSp modSp new mod chgLayout">
        <pc:chgData name="Banne Srikrishna" userId="613487145c833e42" providerId="LiveId" clId="{350FA9D5-BBBE-4C21-B84A-41C50AD103B2}" dt="2026-03-18T04:58:00.266" v="1262" actId="207"/>
        <pc:sldMkLst>
          <pc:docMk/>
          <pc:sldMk cId="2916220270" sldId="262"/>
        </pc:sldMkLst>
        <pc:spChg chg="mod">
          <ac:chgData name="Banne Srikrishna" userId="613487145c833e42" providerId="LiveId" clId="{350FA9D5-BBBE-4C21-B84A-41C50AD103B2}" dt="2026-03-18T04:57:44.173" v="1261" actId="207"/>
          <ac:spMkLst>
            <pc:docMk/>
            <pc:sldMk cId="2916220270" sldId="262"/>
            <ac:spMk id="3" creationId="{0A21CB4F-CCA9-3F4E-98A3-190A40B4349A}"/>
          </ac:spMkLst>
        </pc:spChg>
        <pc:spChg chg="mod">
          <ac:chgData name="Banne Srikrishna" userId="613487145c833e42" providerId="LiveId" clId="{350FA9D5-BBBE-4C21-B84A-41C50AD103B2}" dt="2026-03-18T04:58:00.266" v="1262" actId="207"/>
          <ac:spMkLst>
            <pc:docMk/>
            <pc:sldMk cId="2916220270" sldId="262"/>
            <ac:spMk id="4" creationId="{9E174998-EB17-996A-448B-96318A454EF8}"/>
          </ac:spMkLst>
        </pc:spChg>
        <pc:picChg chg="add mod">
          <ac:chgData name="Banne Srikrishna" userId="613487145c833e42" providerId="LiveId" clId="{350FA9D5-BBBE-4C21-B84A-41C50AD103B2}" dt="2026-02-27T10:12:25.182" v="1129" actId="14100"/>
          <ac:picMkLst>
            <pc:docMk/>
            <pc:sldMk cId="2916220270" sldId="262"/>
            <ac:picMk id="5122" creationId="{827F5BF5-9925-DA85-C9F4-1E3AF543D852}"/>
          </ac:picMkLst>
        </pc:picChg>
      </pc:sldChg>
      <pc:sldChg chg="addSp delSp modSp new mod">
        <pc:chgData name="Banne Srikrishna" userId="613487145c833e42" providerId="LiveId" clId="{350FA9D5-BBBE-4C21-B84A-41C50AD103B2}" dt="2026-03-18T04:58:08.431" v="1263" actId="207"/>
        <pc:sldMkLst>
          <pc:docMk/>
          <pc:sldMk cId="2664876883" sldId="263"/>
        </pc:sldMkLst>
        <pc:spChg chg="mod">
          <ac:chgData name="Banne Srikrishna" userId="613487145c833e42" providerId="LiveId" clId="{350FA9D5-BBBE-4C21-B84A-41C50AD103B2}" dt="2026-03-18T04:58:08.431" v="1263" actId="207"/>
          <ac:spMkLst>
            <pc:docMk/>
            <pc:sldMk cId="2664876883" sldId="263"/>
            <ac:spMk id="4" creationId="{2C23FAB7-4EC1-0C11-BB51-6FCD774749AF}"/>
          </ac:spMkLst>
        </pc:spChg>
        <pc:picChg chg="add mod">
          <ac:chgData name="Banne Srikrishna" userId="613487145c833e42" providerId="LiveId" clId="{350FA9D5-BBBE-4C21-B84A-41C50AD103B2}" dt="2026-02-27T10:13:03.937" v="1137" actId="14100"/>
          <ac:picMkLst>
            <pc:docMk/>
            <pc:sldMk cId="2664876883" sldId="263"/>
            <ac:picMk id="6146" creationId="{270201F2-007E-CAF6-8854-0ADD311E1AD8}"/>
          </ac:picMkLst>
        </pc:picChg>
      </pc:sldChg>
      <pc:sldChg chg="addSp delSp modSp new mod">
        <pc:chgData name="Banne Srikrishna" userId="613487145c833e42" providerId="LiveId" clId="{350FA9D5-BBBE-4C21-B84A-41C50AD103B2}" dt="2026-03-18T04:58:18.135" v="1264" actId="207"/>
        <pc:sldMkLst>
          <pc:docMk/>
          <pc:sldMk cId="2368345635" sldId="264"/>
        </pc:sldMkLst>
        <pc:spChg chg="mod">
          <ac:chgData name="Banne Srikrishna" userId="613487145c833e42" providerId="LiveId" clId="{350FA9D5-BBBE-4C21-B84A-41C50AD103B2}" dt="2026-03-18T04:58:18.135" v="1264" actId="207"/>
          <ac:spMkLst>
            <pc:docMk/>
            <pc:sldMk cId="2368345635" sldId="264"/>
            <ac:spMk id="4" creationId="{7D861C3C-C3B4-2478-1AA2-DFDF2AA2E75E}"/>
          </ac:spMkLst>
        </pc:spChg>
        <pc:spChg chg="add mod">
          <ac:chgData name="Banne Srikrishna" userId="613487145c833e42" providerId="LiveId" clId="{350FA9D5-BBBE-4C21-B84A-41C50AD103B2}" dt="2026-02-27T10:13:24.347" v="1141" actId="14100"/>
          <ac:spMkLst>
            <pc:docMk/>
            <pc:sldMk cId="2368345635" sldId="264"/>
            <ac:spMk id="6" creationId="{6999393D-1BC3-38DD-9CB8-F266EBF9F608}"/>
          </ac:spMkLst>
        </pc:spChg>
        <pc:picChg chg="add mod">
          <ac:chgData name="Banne Srikrishna" userId="613487145c833e42" providerId="LiveId" clId="{350FA9D5-BBBE-4C21-B84A-41C50AD103B2}" dt="2026-02-27T10:13:42.780" v="1147" actId="1076"/>
          <ac:picMkLst>
            <pc:docMk/>
            <pc:sldMk cId="2368345635" sldId="264"/>
            <ac:picMk id="7170" creationId="{09FDB259-6CF5-067B-9648-4B59657EA211}"/>
          </ac:picMkLst>
        </pc:picChg>
      </pc:sldChg>
      <pc:sldChg chg="addSp delSp modSp new mod">
        <pc:chgData name="Banne Srikrishna" userId="613487145c833e42" providerId="LiveId" clId="{350FA9D5-BBBE-4C21-B84A-41C50AD103B2}" dt="2026-03-18T04:58:26.363" v="1265" actId="207"/>
        <pc:sldMkLst>
          <pc:docMk/>
          <pc:sldMk cId="241268115" sldId="265"/>
        </pc:sldMkLst>
        <pc:spChg chg="mod">
          <ac:chgData name="Banne Srikrishna" userId="613487145c833e42" providerId="LiveId" clId="{350FA9D5-BBBE-4C21-B84A-41C50AD103B2}" dt="2026-03-18T04:58:26.363" v="1265" actId="207"/>
          <ac:spMkLst>
            <pc:docMk/>
            <pc:sldMk cId="241268115" sldId="265"/>
            <ac:spMk id="2" creationId="{3CF4358D-F883-99A1-F0FF-87C95A72B38A}"/>
          </ac:spMkLst>
        </pc:spChg>
        <pc:picChg chg="add mod">
          <ac:chgData name="Banne Srikrishna" userId="613487145c833e42" providerId="LiveId" clId="{350FA9D5-BBBE-4C21-B84A-41C50AD103B2}" dt="2026-02-27T10:14:05.980" v="1154" actId="14100"/>
          <ac:picMkLst>
            <pc:docMk/>
            <pc:sldMk cId="241268115" sldId="265"/>
            <ac:picMk id="8194" creationId="{B34A8FAB-275A-F35E-0498-3CCE38E730F5}"/>
          </ac:picMkLst>
        </pc:picChg>
      </pc:sldChg>
      <pc:sldChg chg="addSp delSp modSp new mod">
        <pc:chgData name="Banne Srikrishna" userId="613487145c833e42" providerId="LiveId" clId="{350FA9D5-BBBE-4C21-B84A-41C50AD103B2}" dt="2026-03-18T04:58:37.259" v="1267" actId="14100"/>
        <pc:sldMkLst>
          <pc:docMk/>
          <pc:sldMk cId="1649058704" sldId="266"/>
        </pc:sldMkLst>
        <pc:spChg chg="mod">
          <ac:chgData name="Banne Srikrishna" userId="613487145c833e42" providerId="LiveId" clId="{350FA9D5-BBBE-4C21-B84A-41C50AD103B2}" dt="2026-03-18T04:58:37.259" v="1267" actId="14100"/>
          <ac:spMkLst>
            <pc:docMk/>
            <pc:sldMk cId="1649058704" sldId="266"/>
            <ac:spMk id="6" creationId="{D01996CE-1888-A14E-FA1B-846243BA3DFF}"/>
          </ac:spMkLst>
        </pc:spChg>
        <pc:picChg chg="add mod">
          <ac:chgData name="Banne Srikrishna" userId="613487145c833e42" providerId="LiveId" clId="{350FA9D5-BBBE-4C21-B84A-41C50AD103B2}" dt="2026-02-27T10:14:27.993" v="1160" actId="14100"/>
          <ac:picMkLst>
            <pc:docMk/>
            <pc:sldMk cId="1649058704" sldId="266"/>
            <ac:picMk id="9218" creationId="{C431C2A5-8178-511B-1501-0CC2D8719F7E}"/>
          </ac:picMkLst>
        </pc:picChg>
      </pc:sldChg>
      <pc:sldChg chg="addSp modSp new mod">
        <pc:chgData name="Banne Srikrishna" userId="613487145c833e42" providerId="LiveId" clId="{350FA9D5-BBBE-4C21-B84A-41C50AD103B2}" dt="2026-03-18T04:58:49.084" v="1269" actId="14100"/>
        <pc:sldMkLst>
          <pc:docMk/>
          <pc:sldMk cId="4066079910" sldId="267"/>
        </pc:sldMkLst>
        <pc:spChg chg="mod">
          <ac:chgData name="Banne Srikrishna" userId="613487145c833e42" providerId="LiveId" clId="{350FA9D5-BBBE-4C21-B84A-41C50AD103B2}" dt="2026-03-18T04:58:49.084" v="1269" actId="14100"/>
          <ac:spMkLst>
            <pc:docMk/>
            <pc:sldMk cId="4066079910" sldId="267"/>
            <ac:spMk id="3" creationId="{57312553-DC5F-99D9-B74B-C4A5B7DE977C}"/>
          </ac:spMkLst>
        </pc:spChg>
        <pc:picChg chg="add mod">
          <ac:chgData name="Banne Srikrishna" userId="613487145c833e42" providerId="LiveId" clId="{350FA9D5-BBBE-4C21-B84A-41C50AD103B2}" dt="2026-02-27T10:14:54.432" v="1169" actId="14100"/>
          <ac:picMkLst>
            <pc:docMk/>
            <pc:sldMk cId="4066079910" sldId="267"/>
            <ac:picMk id="10242" creationId="{4CD6E481-82C2-A82D-9532-47E7AE96DA50}"/>
          </ac:picMkLst>
        </pc:picChg>
      </pc:sldChg>
      <pc:sldChg chg="addSp modSp new mod">
        <pc:chgData name="Banne Srikrishna" userId="613487145c833e42" providerId="LiveId" clId="{350FA9D5-BBBE-4C21-B84A-41C50AD103B2}" dt="2026-03-18T04:59:32.099" v="1273" actId="255"/>
        <pc:sldMkLst>
          <pc:docMk/>
          <pc:sldMk cId="523300806" sldId="269"/>
        </pc:sldMkLst>
        <pc:spChg chg="mod">
          <ac:chgData name="Banne Srikrishna" userId="613487145c833e42" providerId="LiveId" clId="{350FA9D5-BBBE-4C21-B84A-41C50AD103B2}" dt="2026-03-18T04:59:32.099" v="1273" actId="255"/>
          <ac:spMkLst>
            <pc:docMk/>
            <pc:sldMk cId="523300806" sldId="269"/>
            <ac:spMk id="2" creationId="{59DF2453-D21B-0D08-1990-9B4619207A62}"/>
          </ac:spMkLst>
        </pc:spChg>
        <pc:picChg chg="add mod">
          <ac:chgData name="Banne Srikrishna" userId="613487145c833e42" providerId="LiveId" clId="{350FA9D5-BBBE-4C21-B84A-41C50AD103B2}" dt="2026-02-27T10:15:47.524" v="1185" actId="14100"/>
          <ac:picMkLst>
            <pc:docMk/>
            <pc:sldMk cId="523300806" sldId="269"/>
            <ac:picMk id="12290" creationId="{BAEEE276-1E18-3A0A-92F3-1B11D8A7702B}"/>
          </ac:picMkLst>
        </pc:picChg>
      </pc:sldChg>
      <pc:sldChg chg="addSp delSp modSp new mod">
        <pc:chgData name="Banne Srikrishna" userId="613487145c833e42" providerId="LiveId" clId="{350FA9D5-BBBE-4C21-B84A-41C50AD103B2}" dt="2026-03-18T04:59:41.858" v="1274" actId="207"/>
        <pc:sldMkLst>
          <pc:docMk/>
          <pc:sldMk cId="704042803" sldId="270"/>
        </pc:sldMkLst>
        <pc:spChg chg="mod">
          <ac:chgData name="Banne Srikrishna" userId="613487145c833e42" providerId="LiveId" clId="{350FA9D5-BBBE-4C21-B84A-41C50AD103B2}" dt="2026-03-18T04:59:41.858" v="1274" actId="207"/>
          <ac:spMkLst>
            <pc:docMk/>
            <pc:sldMk cId="704042803" sldId="270"/>
            <ac:spMk id="2" creationId="{F792A4AA-AB0C-CEC0-7308-861F5BA78F57}"/>
          </ac:spMkLst>
        </pc:spChg>
        <pc:picChg chg="add mod">
          <ac:chgData name="Banne Srikrishna" userId="613487145c833e42" providerId="LiveId" clId="{350FA9D5-BBBE-4C21-B84A-41C50AD103B2}" dt="2026-02-27T10:15:54.804" v="1187" actId="167"/>
          <ac:picMkLst>
            <pc:docMk/>
            <pc:sldMk cId="704042803" sldId="270"/>
            <ac:picMk id="13314" creationId="{9238B5FC-974D-D36E-EFD9-0040C37BEAAA}"/>
          </ac:picMkLst>
        </pc:picChg>
        <pc:picChg chg="add mod">
          <ac:chgData name="Banne Srikrishna" userId="613487145c833e42" providerId="LiveId" clId="{350FA9D5-BBBE-4C21-B84A-41C50AD103B2}" dt="2026-02-27T10:16:29.963" v="1195" actId="167"/>
          <ac:picMkLst>
            <pc:docMk/>
            <pc:sldMk cId="704042803" sldId="270"/>
            <ac:picMk id="13316" creationId="{5869DA17-0547-29FD-FA2E-319E5CBE42E6}"/>
          </ac:picMkLst>
        </pc:picChg>
      </pc:sldChg>
      <pc:sldChg chg="addSp delSp modSp new mod">
        <pc:chgData name="Banne Srikrishna" userId="613487145c833e42" providerId="LiveId" clId="{350FA9D5-BBBE-4C21-B84A-41C50AD103B2}" dt="2026-03-18T05:00:22.166" v="1282" actId="207"/>
        <pc:sldMkLst>
          <pc:docMk/>
          <pc:sldMk cId="3190841216" sldId="272"/>
        </pc:sldMkLst>
        <pc:spChg chg="mod">
          <ac:chgData name="Banne Srikrishna" userId="613487145c833e42" providerId="LiveId" clId="{350FA9D5-BBBE-4C21-B84A-41C50AD103B2}" dt="2026-03-18T05:00:22.166" v="1282" actId="207"/>
          <ac:spMkLst>
            <pc:docMk/>
            <pc:sldMk cId="3190841216" sldId="272"/>
            <ac:spMk id="2" creationId="{A118BEDA-2AB9-CAB6-63AF-E2B1E1A379D2}"/>
          </ac:spMkLst>
        </pc:spChg>
        <pc:picChg chg="add mod">
          <ac:chgData name="Banne Srikrishna" userId="613487145c833e42" providerId="LiveId" clId="{350FA9D5-BBBE-4C21-B84A-41C50AD103B2}" dt="2026-02-27T10:17:26.409" v="1209" actId="14100"/>
          <ac:picMkLst>
            <pc:docMk/>
            <pc:sldMk cId="3190841216" sldId="272"/>
            <ac:picMk id="15362" creationId="{5EE769AD-A47D-3DC9-6C66-919BB51D6D97}"/>
          </ac:picMkLst>
        </pc:picChg>
      </pc:sldChg>
      <pc:sldChg chg="addSp delSp modSp new mod">
        <pc:chgData name="Banne Srikrishna" userId="613487145c833e42" providerId="LiveId" clId="{350FA9D5-BBBE-4C21-B84A-41C50AD103B2}" dt="2026-03-18T05:00:35.130" v="1285" actId="207"/>
        <pc:sldMkLst>
          <pc:docMk/>
          <pc:sldMk cId="1664051012" sldId="273"/>
        </pc:sldMkLst>
        <pc:spChg chg="mod">
          <ac:chgData name="Banne Srikrishna" userId="613487145c833e42" providerId="LiveId" clId="{350FA9D5-BBBE-4C21-B84A-41C50AD103B2}" dt="2026-03-18T05:00:35.130" v="1285" actId="207"/>
          <ac:spMkLst>
            <pc:docMk/>
            <pc:sldMk cId="1664051012" sldId="273"/>
            <ac:spMk id="2" creationId="{5A65FEDA-E004-2464-EE18-84853A79113C}"/>
          </ac:spMkLst>
        </pc:spChg>
        <pc:picChg chg="add mod">
          <ac:chgData name="Banne Srikrishna" userId="613487145c833e42" providerId="LiveId" clId="{350FA9D5-BBBE-4C21-B84A-41C50AD103B2}" dt="2026-02-27T10:17:47.891" v="1215" actId="14100"/>
          <ac:picMkLst>
            <pc:docMk/>
            <pc:sldMk cId="1664051012" sldId="273"/>
            <ac:picMk id="16386" creationId="{8FF92A8B-A6F3-8572-2BDB-0424BF4FF7DF}"/>
          </ac:picMkLst>
        </pc:picChg>
      </pc:sldChg>
      <pc:sldChg chg="addSp delSp modSp new mod">
        <pc:chgData name="Banne Srikrishna" userId="613487145c833e42" providerId="LiveId" clId="{350FA9D5-BBBE-4C21-B84A-41C50AD103B2}" dt="2026-03-18T05:00:49.523" v="1287" actId="207"/>
        <pc:sldMkLst>
          <pc:docMk/>
          <pc:sldMk cId="2162019212" sldId="275"/>
        </pc:sldMkLst>
        <pc:spChg chg="mod">
          <ac:chgData name="Banne Srikrishna" userId="613487145c833e42" providerId="LiveId" clId="{350FA9D5-BBBE-4C21-B84A-41C50AD103B2}" dt="2026-03-18T05:00:49.523" v="1287" actId="207"/>
          <ac:spMkLst>
            <pc:docMk/>
            <pc:sldMk cId="2162019212" sldId="275"/>
            <ac:spMk id="2" creationId="{DA18F438-5C30-34D3-76FB-1B6A6C3649D6}"/>
          </ac:spMkLst>
        </pc:spChg>
        <pc:picChg chg="add mod ord">
          <ac:chgData name="Banne Srikrishna" userId="613487145c833e42" providerId="LiveId" clId="{350FA9D5-BBBE-4C21-B84A-41C50AD103B2}" dt="2026-02-27T10:18:20.916" v="1225" actId="14100"/>
          <ac:picMkLst>
            <pc:docMk/>
            <pc:sldMk cId="2162019212" sldId="275"/>
            <ac:picMk id="5" creationId="{321EBC11-AA0C-BB25-17CB-7EA02796B045}"/>
          </ac:picMkLst>
        </pc:picChg>
        <pc:picChg chg="add mod">
          <ac:chgData name="Banne Srikrishna" userId="613487145c833e42" providerId="LiveId" clId="{350FA9D5-BBBE-4C21-B84A-41C50AD103B2}" dt="2026-02-27T10:18:42.569" v="1230" actId="14100"/>
          <ac:picMkLst>
            <pc:docMk/>
            <pc:sldMk cId="2162019212" sldId="275"/>
            <ac:picMk id="18434" creationId="{975CA285-F3F2-2CBB-20D3-C5C8BDF62D64}"/>
          </ac:picMkLst>
        </pc:picChg>
      </pc:sldChg>
      <pc:sldChg chg="addSp delSp modSp new mod">
        <pc:chgData name="Banne Srikrishna" userId="613487145c833e42" providerId="LiveId" clId="{350FA9D5-BBBE-4C21-B84A-41C50AD103B2}" dt="2026-03-18T05:00:56.077" v="1288" actId="207"/>
        <pc:sldMkLst>
          <pc:docMk/>
          <pc:sldMk cId="925668711" sldId="276"/>
        </pc:sldMkLst>
        <pc:spChg chg="mod">
          <ac:chgData name="Banne Srikrishna" userId="613487145c833e42" providerId="LiveId" clId="{350FA9D5-BBBE-4C21-B84A-41C50AD103B2}" dt="2026-03-18T05:00:56.077" v="1288" actId="207"/>
          <ac:spMkLst>
            <pc:docMk/>
            <pc:sldMk cId="925668711" sldId="276"/>
            <ac:spMk id="2" creationId="{35E9D712-0F7C-7A1F-938E-924B99677356}"/>
          </ac:spMkLst>
        </pc:spChg>
        <pc:picChg chg="add mod">
          <ac:chgData name="Banne Srikrishna" userId="613487145c833e42" providerId="LiveId" clId="{350FA9D5-BBBE-4C21-B84A-41C50AD103B2}" dt="2026-02-27T10:19:04.324" v="1236" actId="14100"/>
          <ac:picMkLst>
            <pc:docMk/>
            <pc:sldMk cId="925668711" sldId="276"/>
            <ac:picMk id="19458" creationId="{E54F4892-5899-1077-9635-8F93842C9022}"/>
          </ac:picMkLst>
        </pc:picChg>
      </pc:sldChg>
      <pc:sldChg chg="addSp delSp modSp new mod ord">
        <pc:chgData name="Banne Srikrishna" userId="613487145c833e42" providerId="LiveId" clId="{350FA9D5-BBBE-4C21-B84A-41C50AD103B2}" dt="2026-03-28T12:32:06.563" v="1356" actId="14100"/>
        <pc:sldMkLst>
          <pc:docMk/>
          <pc:sldMk cId="2868641865" sldId="277"/>
        </pc:sldMkLst>
        <pc:spChg chg="mod">
          <ac:chgData name="Banne Srikrishna" userId="613487145c833e42" providerId="LiveId" clId="{350FA9D5-BBBE-4C21-B84A-41C50AD103B2}" dt="2026-03-18T04:59:00.978" v="1271" actId="14100"/>
          <ac:spMkLst>
            <pc:docMk/>
            <pc:sldMk cId="2868641865" sldId="277"/>
            <ac:spMk id="2" creationId="{A89FAA9C-C2E9-3201-A462-F31AC04FC342}"/>
          </ac:spMkLst>
        </pc:spChg>
        <pc:spChg chg="add">
          <ac:chgData name="Banne Srikrishna" userId="613487145c833e42" providerId="LiveId" clId="{350FA9D5-BBBE-4C21-B84A-41C50AD103B2}" dt="2026-03-28T12:31:43.363" v="1347"/>
          <ac:spMkLst>
            <pc:docMk/>
            <pc:sldMk cId="2868641865" sldId="277"/>
            <ac:spMk id="4" creationId="{62B7AD04-7921-4918-5362-50E762706198}"/>
          </ac:spMkLst>
        </pc:spChg>
        <pc:picChg chg="add mod">
          <ac:chgData name="Banne Srikrishna" userId="613487145c833e42" providerId="LiveId" clId="{350FA9D5-BBBE-4C21-B84A-41C50AD103B2}" dt="2026-03-28T12:32:06.563" v="1356" actId="14100"/>
          <ac:picMkLst>
            <pc:docMk/>
            <pc:sldMk cId="2868641865" sldId="277"/>
            <ac:picMk id="5" creationId="{98E46F5A-2D24-72AC-227F-CE44408EEBC2}"/>
          </ac:picMkLst>
        </pc:picChg>
        <pc:picChg chg="add del mod">
          <ac:chgData name="Banne Srikrishna" userId="613487145c833e42" providerId="LiveId" clId="{350FA9D5-BBBE-4C21-B84A-41C50AD103B2}" dt="2026-03-28T12:31:41.928" v="1346" actId="478"/>
          <ac:picMkLst>
            <pc:docMk/>
            <pc:sldMk cId="2868641865" sldId="277"/>
            <ac:picMk id="8" creationId="{E141428F-843F-EB99-B5B8-780D3DD53767}"/>
          </ac:picMkLst>
        </pc:picChg>
        <pc:picChg chg="add mod">
          <ac:chgData name="Banne Srikrishna" userId="613487145c833e42" providerId="LiveId" clId="{350FA9D5-BBBE-4C21-B84A-41C50AD103B2}" dt="2026-02-27T10:15:22.783" v="1177" actId="14100"/>
          <ac:picMkLst>
            <pc:docMk/>
            <pc:sldMk cId="2868641865" sldId="277"/>
            <ac:picMk id="11266" creationId="{E457286E-2C6C-CA28-8709-F6674C8C9ED3}"/>
          </ac:picMkLst>
        </pc:picChg>
      </pc:sldChg>
      <pc:sldChg chg="addSp modSp new mod">
        <pc:chgData name="Banne Srikrishna" userId="613487145c833e42" providerId="LiveId" clId="{350FA9D5-BBBE-4C21-B84A-41C50AD103B2}" dt="2026-03-18T05:04:25.442" v="1302" actId="1076"/>
        <pc:sldMkLst>
          <pc:docMk/>
          <pc:sldMk cId="3079767726" sldId="278"/>
        </pc:sldMkLst>
        <pc:spChg chg="mod">
          <ac:chgData name="Banne Srikrishna" userId="613487145c833e42" providerId="LiveId" clId="{350FA9D5-BBBE-4C21-B84A-41C50AD103B2}" dt="2026-03-18T05:01:07.956" v="1289" actId="207"/>
          <ac:spMkLst>
            <pc:docMk/>
            <pc:sldMk cId="3079767726" sldId="278"/>
            <ac:spMk id="2" creationId="{EADDCEDA-3C23-E54F-B956-4895D572FB32}"/>
          </ac:spMkLst>
        </pc:spChg>
        <pc:picChg chg="add mod modCrop">
          <ac:chgData name="Banne Srikrishna" userId="613487145c833e42" providerId="LiveId" clId="{350FA9D5-BBBE-4C21-B84A-41C50AD103B2}" dt="2026-03-18T05:04:25.442" v="1302" actId="1076"/>
          <ac:picMkLst>
            <pc:docMk/>
            <pc:sldMk cId="3079767726" sldId="278"/>
            <ac:picMk id="4" creationId="{894055BF-0B0B-A448-B429-E709D47AEF6F}"/>
          </ac:picMkLst>
        </pc:picChg>
        <pc:picChg chg="add mod">
          <ac:chgData name="Banne Srikrishna" userId="613487145c833e42" providerId="LiveId" clId="{350FA9D5-BBBE-4C21-B84A-41C50AD103B2}" dt="2026-03-18T05:04:01.094" v="1300" actId="167"/>
          <ac:picMkLst>
            <pc:docMk/>
            <pc:sldMk cId="3079767726" sldId="278"/>
            <ac:picMk id="5" creationId="{F8376A37-26E8-5D67-0405-762EC891F0AB}"/>
          </ac:picMkLst>
        </pc:picChg>
      </pc:sldChg>
      <pc:sldChg chg="addSp delSp modSp new mod">
        <pc:chgData name="Banne Srikrishna" userId="613487145c833e42" providerId="LiveId" clId="{350FA9D5-BBBE-4C21-B84A-41C50AD103B2}" dt="2026-03-18T05:05:51.813" v="1317" actId="14100"/>
        <pc:sldMkLst>
          <pc:docMk/>
          <pc:sldMk cId="2191429372" sldId="279"/>
        </pc:sldMkLst>
        <pc:picChg chg="add mod">
          <ac:chgData name="Banne Srikrishna" userId="613487145c833e42" providerId="LiveId" clId="{350FA9D5-BBBE-4C21-B84A-41C50AD103B2}" dt="2026-03-18T05:04:40.368" v="1305" actId="167"/>
          <ac:picMkLst>
            <pc:docMk/>
            <pc:sldMk cId="2191429372" sldId="279"/>
            <ac:picMk id="3" creationId="{26A5E18B-0E9F-3E44-4355-42D9F20AEBD0}"/>
          </ac:picMkLst>
        </pc:picChg>
        <pc:picChg chg="add mod modCrop">
          <ac:chgData name="Banne Srikrishna" userId="613487145c833e42" providerId="LiveId" clId="{350FA9D5-BBBE-4C21-B84A-41C50AD103B2}" dt="2026-03-18T05:05:51.813" v="1317" actId="14100"/>
          <ac:picMkLst>
            <pc:docMk/>
            <pc:sldMk cId="2191429372" sldId="279"/>
            <ac:picMk id="5" creationId="{2EF6EA4E-9DD1-A318-4269-3249069FAE94}"/>
          </ac:picMkLst>
        </pc:picChg>
      </pc:sldChg>
      <pc:sldChg chg="addSp modSp new mod">
        <pc:chgData name="Banne Srikrishna" userId="613487145c833e42" providerId="LiveId" clId="{350FA9D5-BBBE-4C21-B84A-41C50AD103B2}" dt="2026-03-18T05:07:19.509" v="1326" actId="14100"/>
        <pc:sldMkLst>
          <pc:docMk/>
          <pc:sldMk cId="2136756802" sldId="280"/>
        </pc:sldMkLst>
        <pc:picChg chg="add mod">
          <ac:chgData name="Banne Srikrishna" userId="613487145c833e42" providerId="LiveId" clId="{350FA9D5-BBBE-4C21-B84A-41C50AD103B2}" dt="2026-03-18T05:06:37.430" v="1321" actId="962"/>
          <ac:picMkLst>
            <pc:docMk/>
            <pc:sldMk cId="2136756802" sldId="280"/>
            <ac:picMk id="2" creationId="{4FA2BDE9-B2D1-D7C2-B8B2-C0A4B5CC6BEA}"/>
          </ac:picMkLst>
        </pc:picChg>
        <pc:picChg chg="add mod">
          <ac:chgData name="Banne Srikrishna" userId="613487145c833e42" providerId="LiveId" clId="{350FA9D5-BBBE-4C21-B84A-41C50AD103B2}" dt="2026-03-18T05:07:19.509" v="1326" actId="14100"/>
          <ac:picMkLst>
            <pc:docMk/>
            <pc:sldMk cId="2136756802" sldId="280"/>
            <ac:picMk id="4" creationId="{B3FFFE9F-3124-FCDF-BA25-F8E0F5A1626A}"/>
          </ac:picMkLst>
        </pc:picChg>
      </pc:sldChg>
      <pc:sldChg chg="addSp modSp new mod">
        <pc:chgData name="Banne Srikrishna" userId="613487145c833e42" providerId="LiveId" clId="{350FA9D5-BBBE-4C21-B84A-41C50AD103B2}" dt="2026-03-18T05:08:07.371" v="1334" actId="14100"/>
        <pc:sldMkLst>
          <pc:docMk/>
          <pc:sldMk cId="2073117533" sldId="281"/>
        </pc:sldMkLst>
        <pc:picChg chg="add mod">
          <ac:chgData name="Banne Srikrishna" userId="613487145c833e42" providerId="LiveId" clId="{350FA9D5-BBBE-4C21-B84A-41C50AD103B2}" dt="2026-03-18T05:07:35.672" v="1328"/>
          <ac:picMkLst>
            <pc:docMk/>
            <pc:sldMk cId="2073117533" sldId="281"/>
            <ac:picMk id="2" creationId="{23888AC0-4553-0E1E-901D-39CBAA246F3D}"/>
          </ac:picMkLst>
        </pc:picChg>
        <pc:picChg chg="add mod">
          <ac:chgData name="Banne Srikrishna" userId="613487145c833e42" providerId="LiveId" clId="{350FA9D5-BBBE-4C21-B84A-41C50AD103B2}" dt="2026-03-18T05:08:07.371" v="1334" actId="14100"/>
          <ac:picMkLst>
            <pc:docMk/>
            <pc:sldMk cId="2073117533" sldId="281"/>
            <ac:picMk id="4" creationId="{636D72EF-75B6-2415-7BA8-946969D40BB3}"/>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73D920-8D71-4DA9-BA92-5D909801E438}" type="datetimeFigureOut">
              <a:rPr lang="en-IN" smtClean="0"/>
              <a:t>28-03-2026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5752B62-B8B1-42F4-92D0-8A92031479F1}" type="slidenum">
              <a:rPr lang="en-IN" smtClean="0"/>
              <a:t>‹#›</a:t>
            </a:fld>
            <a:endParaRPr lang="en-IN"/>
          </a:p>
        </p:txBody>
      </p:sp>
    </p:spTree>
    <p:extLst>
      <p:ext uri="{BB962C8B-B14F-4D97-AF65-F5344CB8AC3E}">
        <p14:creationId xmlns:p14="http://schemas.microsoft.com/office/powerpoint/2010/main" val="12624775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5752B62-B8B1-42F4-92D0-8A92031479F1}" type="slidenum">
              <a:rPr lang="en-IN" smtClean="0"/>
              <a:t>1</a:t>
            </a:fld>
            <a:endParaRPr lang="en-IN"/>
          </a:p>
        </p:txBody>
      </p:sp>
    </p:spTree>
    <p:extLst>
      <p:ext uri="{BB962C8B-B14F-4D97-AF65-F5344CB8AC3E}">
        <p14:creationId xmlns:p14="http://schemas.microsoft.com/office/powerpoint/2010/main" val="42809863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5752B62-B8B1-42F4-92D0-8A92031479F1}" type="slidenum">
              <a:rPr lang="en-IN" smtClean="0"/>
              <a:t>4</a:t>
            </a:fld>
            <a:endParaRPr lang="en-IN"/>
          </a:p>
        </p:txBody>
      </p:sp>
    </p:spTree>
    <p:extLst>
      <p:ext uri="{BB962C8B-B14F-4D97-AF65-F5344CB8AC3E}">
        <p14:creationId xmlns:p14="http://schemas.microsoft.com/office/powerpoint/2010/main" val="208464433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90D6728-785B-4C12-87E9-8BA028E9BAAF}" type="datetimeFigureOut">
              <a:rPr lang="en-IN" smtClean="0"/>
              <a:t>28-03-2026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6EDF2B9-4119-43D0-8BE9-E2CE7EA89E2B}" type="slidenum">
              <a:rPr lang="en-IN" smtClean="0"/>
              <a:t>‹#›</a:t>
            </a:fld>
            <a:endParaRPr lang="en-IN"/>
          </a:p>
        </p:txBody>
      </p:sp>
    </p:spTree>
    <p:extLst>
      <p:ext uri="{BB962C8B-B14F-4D97-AF65-F5344CB8AC3E}">
        <p14:creationId xmlns:p14="http://schemas.microsoft.com/office/powerpoint/2010/main" val="32242270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90D6728-785B-4C12-87E9-8BA028E9BAAF}" type="datetimeFigureOut">
              <a:rPr lang="en-IN" smtClean="0"/>
              <a:t>28-03-2026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6EDF2B9-4119-43D0-8BE9-E2CE7EA89E2B}" type="slidenum">
              <a:rPr lang="en-IN" smtClean="0"/>
              <a:t>‹#›</a:t>
            </a:fld>
            <a:endParaRPr lang="en-IN"/>
          </a:p>
        </p:txBody>
      </p:sp>
    </p:spTree>
    <p:extLst>
      <p:ext uri="{BB962C8B-B14F-4D97-AF65-F5344CB8AC3E}">
        <p14:creationId xmlns:p14="http://schemas.microsoft.com/office/powerpoint/2010/main" val="29520985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90D6728-785B-4C12-87E9-8BA028E9BAAF}" type="datetimeFigureOut">
              <a:rPr lang="en-IN" smtClean="0"/>
              <a:t>28-03-2026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6EDF2B9-4119-43D0-8BE9-E2CE7EA89E2B}" type="slidenum">
              <a:rPr lang="en-IN" smtClean="0"/>
              <a:t>‹#›</a:t>
            </a:fld>
            <a:endParaRPr lang="en-IN"/>
          </a:p>
        </p:txBody>
      </p:sp>
    </p:spTree>
    <p:extLst>
      <p:ext uri="{BB962C8B-B14F-4D97-AF65-F5344CB8AC3E}">
        <p14:creationId xmlns:p14="http://schemas.microsoft.com/office/powerpoint/2010/main" val="8348128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90D6728-785B-4C12-87E9-8BA028E9BAAF}" type="datetimeFigureOut">
              <a:rPr lang="en-IN" smtClean="0"/>
              <a:t>28-03-2026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6EDF2B9-4119-43D0-8BE9-E2CE7EA89E2B}" type="slidenum">
              <a:rPr lang="en-IN" smtClean="0"/>
              <a:t>‹#›</a:t>
            </a:fld>
            <a:endParaRPr lang="en-IN"/>
          </a:p>
        </p:txBody>
      </p:sp>
    </p:spTree>
    <p:extLst>
      <p:ext uri="{BB962C8B-B14F-4D97-AF65-F5344CB8AC3E}">
        <p14:creationId xmlns:p14="http://schemas.microsoft.com/office/powerpoint/2010/main" val="15498923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90D6728-785B-4C12-87E9-8BA028E9BAAF}" type="datetimeFigureOut">
              <a:rPr lang="en-IN" smtClean="0"/>
              <a:t>28-03-2026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6EDF2B9-4119-43D0-8BE9-E2CE7EA89E2B}" type="slidenum">
              <a:rPr lang="en-IN" smtClean="0"/>
              <a:t>‹#›</a:t>
            </a:fld>
            <a:endParaRPr lang="en-IN"/>
          </a:p>
        </p:txBody>
      </p:sp>
    </p:spTree>
    <p:extLst>
      <p:ext uri="{BB962C8B-B14F-4D97-AF65-F5344CB8AC3E}">
        <p14:creationId xmlns:p14="http://schemas.microsoft.com/office/powerpoint/2010/main" val="40093669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90D6728-785B-4C12-87E9-8BA028E9BAAF}" type="datetimeFigureOut">
              <a:rPr lang="en-IN" smtClean="0"/>
              <a:t>28-03-2026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6EDF2B9-4119-43D0-8BE9-E2CE7EA89E2B}" type="slidenum">
              <a:rPr lang="en-IN" smtClean="0"/>
              <a:t>‹#›</a:t>
            </a:fld>
            <a:endParaRPr lang="en-IN"/>
          </a:p>
        </p:txBody>
      </p:sp>
    </p:spTree>
    <p:extLst>
      <p:ext uri="{BB962C8B-B14F-4D97-AF65-F5344CB8AC3E}">
        <p14:creationId xmlns:p14="http://schemas.microsoft.com/office/powerpoint/2010/main" val="14819416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390D6728-785B-4C12-87E9-8BA028E9BAAF}" type="datetimeFigureOut">
              <a:rPr lang="en-IN" smtClean="0"/>
              <a:t>28-03-2026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6EDF2B9-4119-43D0-8BE9-E2CE7EA89E2B}" type="slidenum">
              <a:rPr lang="en-IN" smtClean="0"/>
              <a:t>‹#›</a:t>
            </a:fld>
            <a:endParaRPr lang="en-IN"/>
          </a:p>
        </p:txBody>
      </p:sp>
    </p:spTree>
    <p:extLst>
      <p:ext uri="{BB962C8B-B14F-4D97-AF65-F5344CB8AC3E}">
        <p14:creationId xmlns:p14="http://schemas.microsoft.com/office/powerpoint/2010/main" val="1754423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90D6728-785B-4C12-87E9-8BA028E9BAAF}" type="datetimeFigureOut">
              <a:rPr lang="en-IN" smtClean="0"/>
              <a:t>28-03-2026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6EDF2B9-4119-43D0-8BE9-E2CE7EA89E2B}" type="slidenum">
              <a:rPr lang="en-IN" smtClean="0"/>
              <a:t>‹#›</a:t>
            </a:fld>
            <a:endParaRPr lang="en-IN"/>
          </a:p>
        </p:txBody>
      </p:sp>
    </p:spTree>
    <p:extLst>
      <p:ext uri="{BB962C8B-B14F-4D97-AF65-F5344CB8AC3E}">
        <p14:creationId xmlns:p14="http://schemas.microsoft.com/office/powerpoint/2010/main" val="40429771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90D6728-785B-4C12-87E9-8BA028E9BAAF}" type="datetimeFigureOut">
              <a:rPr lang="en-IN" smtClean="0"/>
              <a:t>28-03-2026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6EDF2B9-4119-43D0-8BE9-E2CE7EA89E2B}" type="slidenum">
              <a:rPr lang="en-IN" smtClean="0"/>
              <a:t>‹#›</a:t>
            </a:fld>
            <a:endParaRPr lang="en-IN"/>
          </a:p>
        </p:txBody>
      </p:sp>
    </p:spTree>
    <p:extLst>
      <p:ext uri="{BB962C8B-B14F-4D97-AF65-F5344CB8AC3E}">
        <p14:creationId xmlns:p14="http://schemas.microsoft.com/office/powerpoint/2010/main" val="7415790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90D6728-785B-4C12-87E9-8BA028E9BAAF}" type="datetimeFigureOut">
              <a:rPr lang="en-IN" smtClean="0"/>
              <a:t>28-03-2026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6EDF2B9-4119-43D0-8BE9-E2CE7EA89E2B}" type="slidenum">
              <a:rPr lang="en-IN" smtClean="0"/>
              <a:t>‹#›</a:t>
            </a:fld>
            <a:endParaRPr lang="en-IN"/>
          </a:p>
        </p:txBody>
      </p:sp>
    </p:spTree>
    <p:extLst>
      <p:ext uri="{BB962C8B-B14F-4D97-AF65-F5344CB8AC3E}">
        <p14:creationId xmlns:p14="http://schemas.microsoft.com/office/powerpoint/2010/main" val="4523256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90D6728-785B-4C12-87E9-8BA028E9BAAF}" type="datetimeFigureOut">
              <a:rPr lang="en-IN" smtClean="0"/>
              <a:t>28-03-2026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6EDF2B9-4119-43D0-8BE9-E2CE7EA89E2B}" type="slidenum">
              <a:rPr lang="en-IN" smtClean="0"/>
              <a:t>‹#›</a:t>
            </a:fld>
            <a:endParaRPr lang="en-IN"/>
          </a:p>
        </p:txBody>
      </p:sp>
    </p:spTree>
    <p:extLst>
      <p:ext uri="{BB962C8B-B14F-4D97-AF65-F5344CB8AC3E}">
        <p14:creationId xmlns:p14="http://schemas.microsoft.com/office/powerpoint/2010/main" val="34791532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90D6728-785B-4C12-87E9-8BA028E9BAAF}" type="datetimeFigureOut">
              <a:rPr lang="en-IN" smtClean="0"/>
              <a:t>28-03-2026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6EDF2B9-4119-43D0-8BE9-E2CE7EA89E2B}" type="slidenum">
              <a:rPr lang="en-IN" smtClean="0"/>
              <a:t>‹#›</a:t>
            </a:fld>
            <a:endParaRPr lang="en-IN"/>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9992264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90D6728-785B-4C12-87E9-8BA028E9BAAF}" type="datetimeFigureOut">
              <a:rPr lang="en-IN" smtClean="0"/>
              <a:t>28-03-2026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6EDF2B9-4119-43D0-8BE9-E2CE7EA89E2B}" type="slidenum">
              <a:rPr lang="en-IN" smtClean="0"/>
              <a:t>‹#›</a:t>
            </a:fld>
            <a:endParaRPr lang="en-IN"/>
          </a:p>
        </p:txBody>
      </p:sp>
    </p:spTree>
    <p:extLst>
      <p:ext uri="{BB962C8B-B14F-4D97-AF65-F5344CB8AC3E}">
        <p14:creationId xmlns:p14="http://schemas.microsoft.com/office/powerpoint/2010/main" val="33263484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90D6728-785B-4C12-87E9-8BA028E9BAAF}" type="datetimeFigureOut">
              <a:rPr lang="en-IN" smtClean="0"/>
              <a:t>28-03-2026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6EDF2B9-4119-43D0-8BE9-E2CE7EA89E2B}" type="slidenum">
              <a:rPr lang="en-IN" smtClean="0"/>
              <a:t>‹#›</a:t>
            </a:fld>
            <a:endParaRPr lang="en-IN"/>
          </a:p>
        </p:txBody>
      </p:sp>
    </p:spTree>
    <p:extLst>
      <p:ext uri="{BB962C8B-B14F-4D97-AF65-F5344CB8AC3E}">
        <p14:creationId xmlns:p14="http://schemas.microsoft.com/office/powerpoint/2010/main" val="12833530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90D6728-785B-4C12-87E9-8BA028E9BAAF}" type="datetimeFigureOut">
              <a:rPr lang="en-IN" smtClean="0"/>
              <a:t>28-03-2026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6EDF2B9-4119-43D0-8BE9-E2CE7EA89E2B}" type="slidenum">
              <a:rPr lang="en-IN" smtClean="0"/>
              <a:t>‹#›</a:t>
            </a:fld>
            <a:endParaRPr lang="en-IN"/>
          </a:p>
        </p:txBody>
      </p:sp>
    </p:spTree>
    <p:extLst>
      <p:ext uri="{BB962C8B-B14F-4D97-AF65-F5344CB8AC3E}">
        <p14:creationId xmlns:p14="http://schemas.microsoft.com/office/powerpoint/2010/main" val="41327785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90D6728-785B-4C12-87E9-8BA028E9BAAF}" type="datetimeFigureOut">
              <a:rPr lang="en-IN" smtClean="0"/>
              <a:t>28-03-2026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6EDF2B9-4119-43D0-8BE9-E2CE7EA89E2B}" type="slidenum">
              <a:rPr lang="en-IN" smtClean="0"/>
              <a:t>‹#›</a:t>
            </a:fld>
            <a:endParaRPr lang="en-IN"/>
          </a:p>
        </p:txBody>
      </p:sp>
    </p:spTree>
    <p:extLst>
      <p:ext uri="{BB962C8B-B14F-4D97-AF65-F5344CB8AC3E}">
        <p14:creationId xmlns:p14="http://schemas.microsoft.com/office/powerpoint/2010/main" val="391454886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90D6728-785B-4C12-87E9-8BA028E9BAAF}" type="datetimeFigureOut">
              <a:rPr lang="en-IN" smtClean="0"/>
              <a:t>28-03-2026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6EDF2B9-4119-43D0-8BE9-E2CE7EA89E2B}" type="slidenum">
              <a:rPr lang="en-IN" smtClean="0"/>
              <a:t>‹#›</a:t>
            </a:fld>
            <a:endParaRPr lang="en-IN"/>
          </a:p>
        </p:txBody>
      </p:sp>
    </p:spTree>
    <p:extLst>
      <p:ext uri="{BB962C8B-B14F-4D97-AF65-F5344CB8AC3E}">
        <p14:creationId xmlns:p14="http://schemas.microsoft.com/office/powerpoint/2010/main" val="36687745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390D6728-785B-4C12-87E9-8BA028E9BAAF}" type="datetimeFigureOut">
              <a:rPr lang="en-IN" smtClean="0"/>
              <a:t>28-03-2026</a:t>
            </a:fld>
            <a:endParaRPr lang="en-IN"/>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IN"/>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E6EDF2B9-4119-43D0-8BE9-E2CE7EA89E2B}" type="slidenum">
              <a:rPr lang="en-IN" smtClean="0"/>
              <a:t>‹#›</a:t>
            </a:fld>
            <a:endParaRPr lang="en-IN"/>
          </a:p>
        </p:txBody>
      </p:sp>
    </p:spTree>
    <p:extLst>
      <p:ext uri="{BB962C8B-B14F-4D97-AF65-F5344CB8AC3E}">
        <p14:creationId xmlns:p14="http://schemas.microsoft.com/office/powerpoint/2010/main" val="327839491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5.jpeg"/></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4.jpe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4.jpe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Plain white background Images - Free Download on Freepik">
            <a:extLst>
              <a:ext uri="{FF2B5EF4-FFF2-40B4-BE49-F238E27FC236}">
                <a16:creationId xmlns:a16="http://schemas.microsoft.com/office/drawing/2014/main" id="{FDC29FCD-DEDF-D35F-116F-A36890A29E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9905"/>
            <a:ext cx="12191999" cy="702715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B4D60369-D9A7-05D1-3320-14B419ADFCD8}"/>
              </a:ext>
            </a:extLst>
          </p:cNvPr>
          <p:cNvSpPr txBox="1"/>
          <p:nvPr/>
        </p:nvSpPr>
        <p:spPr>
          <a:xfrm>
            <a:off x="803822" y="-15350"/>
            <a:ext cx="11388178" cy="2646879"/>
          </a:xfrm>
          <a:prstGeom prst="rect">
            <a:avLst/>
          </a:prstGeom>
          <a:noFill/>
        </p:spPr>
        <p:txBody>
          <a:bodyPr wrap="square">
            <a:spAutoFit/>
          </a:bodyPr>
          <a:lstStyle/>
          <a:p>
            <a:pPr algn="ctr" defTabSz="761970"/>
            <a:r>
              <a:rPr lang="en-US" altLang="en-US" sz="5400" b="1" dirty="0" bmk="_Hlk30499946">
                <a:solidFill>
                  <a:srgbClr val="000000"/>
                </a:solidFill>
                <a:latin typeface="Book Antiqua" panose="02040602050305030304" pitchFamily="18" charset="0"/>
                <a:ea typeface="Times New Roman" panose="02020603050405020304" pitchFamily="18" charset="0"/>
                <a:cs typeface="Bookman Old Style" panose="02050604050505020204" pitchFamily="18" charset="0"/>
              </a:rPr>
              <a:t>ACE </a:t>
            </a:r>
          </a:p>
          <a:p>
            <a:pPr algn="ctr" defTabSz="761970"/>
            <a:r>
              <a:rPr lang="en-US" altLang="en-US" sz="4000" b="1" dirty="0" bmk="_Hlk30499946">
                <a:solidFill>
                  <a:srgbClr val="000000"/>
                </a:solidFill>
                <a:latin typeface="Book Antiqua" panose="02040602050305030304" pitchFamily="18" charset="0"/>
                <a:ea typeface="Times New Roman" panose="02020603050405020304" pitchFamily="18" charset="0"/>
                <a:cs typeface="Bookman Old Style" panose="02050604050505020204" pitchFamily="18" charset="0"/>
              </a:rPr>
              <a:t> Engineering College</a:t>
            </a:r>
            <a:endParaRPr lang="en-US" altLang="en-US" sz="4000" b="1" dirty="0" bmk="_Hlk30499946">
              <a:latin typeface="Book Antiqua" panose="02040602050305030304" pitchFamily="18" charset="0"/>
            </a:endParaRPr>
          </a:p>
          <a:p>
            <a:pPr algn="ctr" defTabSz="761970"/>
            <a:r>
              <a:rPr lang="en-US" altLang="en-US" sz="1800" b="1" dirty="0" bmk="_Hlk30499946">
                <a:latin typeface="Book Antiqua" panose="02040602050305030304" pitchFamily="18" charset="0"/>
                <a:ea typeface="Times New Roman" panose="02020603050405020304" pitchFamily="18" charset="0"/>
                <a:cs typeface="Times New Roman" panose="02020603050405020304" pitchFamily="18" charset="0"/>
              </a:rPr>
              <a:t>An Autonomous Institution</a:t>
            </a:r>
            <a:endParaRPr lang="en-US" altLang="en-US" sz="1800" b="1" dirty="0" bmk="_Hlk30499946">
              <a:latin typeface="Book Antiqua" panose="02040602050305030304" pitchFamily="18" charset="0"/>
            </a:endParaRPr>
          </a:p>
          <a:p>
            <a:pPr algn="ctr" defTabSz="761970"/>
            <a:r>
              <a:rPr lang="en-US" altLang="en-US" sz="1800" b="1" u="sng" dirty="0" err="1" bmk="_Hlk30499946">
                <a:solidFill>
                  <a:srgbClr val="000000"/>
                </a:solidFill>
                <a:latin typeface="Book Antiqua" panose="02040602050305030304" pitchFamily="18" charset="0"/>
                <a:ea typeface="Times New Roman" panose="02020603050405020304" pitchFamily="18" charset="0"/>
                <a:cs typeface="Arial" panose="020B0604020202020204" pitchFamily="34" charset="0"/>
              </a:rPr>
              <a:t>Ankushapur</a:t>
            </a:r>
            <a:r>
              <a:rPr lang="en-US" altLang="en-US" sz="1800" b="1" u="sng" dirty="0" bmk="_Hlk30499946">
                <a:solidFill>
                  <a:srgbClr val="000000"/>
                </a:solidFill>
                <a:latin typeface="Book Antiqua" panose="02040602050305030304" pitchFamily="18" charset="0"/>
                <a:ea typeface="Times New Roman" panose="02020603050405020304" pitchFamily="18" charset="0"/>
                <a:cs typeface="Arial" panose="020B0604020202020204" pitchFamily="34" charset="0"/>
              </a:rPr>
              <a:t> (V), </a:t>
            </a:r>
            <a:r>
              <a:rPr lang="en-US" altLang="en-US" sz="1800" b="1" u="sng" dirty="0" err="1" bmk="_Hlk30499946">
                <a:solidFill>
                  <a:srgbClr val="000000"/>
                </a:solidFill>
                <a:latin typeface="Book Antiqua" panose="02040602050305030304" pitchFamily="18" charset="0"/>
                <a:ea typeface="Times New Roman" panose="02020603050405020304" pitchFamily="18" charset="0"/>
                <a:cs typeface="Arial" panose="020B0604020202020204" pitchFamily="34" charset="0"/>
              </a:rPr>
              <a:t>Ghatkesar</a:t>
            </a:r>
            <a:r>
              <a:rPr lang="en-US" altLang="en-US" sz="1800" b="1" u="sng" dirty="0" bmk="_Hlk30499946">
                <a:solidFill>
                  <a:srgbClr val="000000"/>
                </a:solidFill>
                <a:latin typeface="Book Antiqua" panose="02040602050305030304" pitchFamily="18" charset="0"/>
                <a:ea typeface="Times New Roman" panose="02020603050405020304" pitchFamily="18" charset="0"/>
                <a:cs typeface="Arial" panose="020B0604020202020204" pitchFamily="34" charset="0"/>
              </a:rPr>
              <a:t> (M), </a:t>
            </a:r>
            <a:r>
              <a:rPr lang="en-US" altLang="en-US" sz="1800" b="1" u="sng" dirty="0" err="1" bmk="_Hlk30499946">
                <a:solidFill>
                  <a:srgbClr val="000000"/>
                </a:solidFill>
                <a:latin typeface="Book Antiqua" panose="02040602050305030304" pitchFamily="18" charset="0"/>
                <a:ea typeface="Times New Roman" panose="02020603050405020304" pitchFamily="18" charset="0"/>
                <a:cs typeface="Arial" panose="020B0604020202020204" pitchFamily="34" charset="0"/>
              </a:rPr>
              <a:t>Medchal</a:t>
            </a:r>
            <a:r>
              <a:rPr lang="en-US" altLang="en-US" sz="1800" b="1" u="sng" dirty="0" bmk="_Hlk30499946">
                <a:solidFill>
                  <a:srgbClr val="000000"/>
                </a:solidFill>
                <a:latin typeface="Book Antiqua" panose="02040602050305030304" pitchFamily="18" charset="0"/>
                <a:ea typeface="Times New Roman" panose="02020603050405020304" pitchFamily="18" charset="0"/>
                <a:cs typeface="Arial" panose="020B0604020202020204" pitchFamily="34" charset="0"/>
              </a:rPr>
              <a:t> Dist. – 501 301</a:t>
            </a:r>
            <a:endParaRPr lang="en-US" altLang="en-US" sz="1800" b="1" dirty="0" bmk="_Hlk30499946">
              <a:latin typeface="Book Antiqua" panose="02040602050305030304" pitchFamily="18" charset="0"/>
            </a:endParaRPr>
          </a:p>
          <a:p>
            <a:pPr algn="ctr" defTabSz="761970"/>
            <a:endParaRPr lang="en-US" altLang="en-US" b="1" dirty="0" bmk="_Hlk30499946">
              <a:solidFill>
                <a:srgbClr val="000000"/>
              </a:solidFill>
              <a:latin typeface="Book Antiqua" panose="02040602050305030304" pitchFamily="18" charset="0"/>
              <a:ea typeface="Times New Roman" panose="02020603050405020304" pitchFamily="18" charset="0"/>
              <a:cs typeface="Arial" panose="020B0604020202020204" pitchFamily="34" charset="0"/>
            </a:endParaRPr>
          </a:p>
          <a:p>
            <a:pPr algn="ctr" defTabSz="761970"/>
            <a:r>
              <a:rPr lang="en-US" altLang="en-US" b="1" dirty="0" bmk="_Hlk30499946">
                <a:solidFill>
                  <a:srgbClr val="000000"/>
                </a:solidFill>
                <a:latin typeface="Book Antiqua" panose="02040602050305030304" pitchFamily="18" charset="0"/>
                <a:ea typeface="Times New Roman" panose="02020603050405020304" pitchFamily="18" charset="0"/>
                <a:cs typeface="Arial" panose="020B0604020202020204" pitchFamily="34" charset="0"/>
              </a:rPr>
              <a:t>DEPARTMENT OF CSE(ARTIFICIAL INTELLIGENCE &amp; MACHINE LEARNING)</a:t>
            </a:r>
          </a:p>
        </p:txBody>
      </p:sp>
      <p:pic>
        <p:nvPicPr>
          <p:cNvPr id="5" name="Picture 4">
            <a:extLst>
              <a:ext uri="{FF2B5EF4-FFF2-40B4-BE49-F238E27FC236}">
                <a16:creationId xmlns:a16="http://schemas.microsoft.com/office/drawing/2014/main" id="{D6E0A4FC-509A-714A-DCFA-916D52017D57}"/>
              </a:ext>
            </a:extLst>
          </p:cNvPr>
          <p:cNvPicPr>
            <a:picLocks noChangeAspect="1"/>
          </p:cNvPicPr>
          <p:nvPr/>
        </p:nvPicPr>
        <p:blipFill>
          <a:blip r:embed="rId4"/>
          <a:stretch>
            <a:fillRect/>
          </a:stretch>
        </p:blipFill>
        <p:spPr>
          <a:xfrm>
            <a:off x="4412974" y="-34895"/>
            <a:ext cx="879722" cy="879722"/>
          </a:xfrm>
          <a:prstGeom prst="rect">
            <a:avLst/>
          </a:prstGeom>
        </p:spPr>
      </p:pic>
      <p:sp>
        <p:nvSpPr>
          <p:cNvPr id="7" name="TextBox 6">
            <a:extLst>
              <a:ext uri="{FF2B5EF4-FFF2-40B4-BE49-F238E27FC236}">
                <a16:creationId xmlns:a16="http://schemas.microsoft.com/office/drawing/2014/main" id="{6664D30E-33D0-C55F-5ACE-C784985E0697}"/>
              </a:ext>
            </a:extLst>
          </p:cNvPr>
          <p:cNvSpPr txBox="1"/>
          <p:nvPr/>
        </p:nvSpPr>
        <p:spPr>
          <a:xfrm>
            <a:off x="0" y="2410136"/>
            <a:ext cx="12354338" cy="369332"/>
          </a:xfrm>
          <a:prstGeom prst="rect">
            <a:avLst/>
          </a:prstGeom>
          <a:noFill/>
        </p:spPr>
        <p:txBody>
          <a:bodyPr wrap="square">
            <a:spAutoFit/>
          </a:bodyPr>
          <a:lstStyle/>
          <a:p>
            <a:pPr algn="ctr" defTabSz="761970"/>
            <a:r>
              <a:rPr lang="en-US" altLang="en-US" b="1" dirty="0" bmk="_Hlk30499946">
                <a:solidFill>
                  <a:srgbClr val="000000"/>
                </a:solidFill>
                <a:latin typeface="Bookman Old Style" panose="02050604050505020204" pitchFamily="18" charset="0"/>
                <a:ea typeface="Times New Roman" panose="02020603050405020304" pitchFamily="18" charset="0"/>
                <a:cs typeface="Arial" panose="020B0604020202020204" pitchFamily="34" charset="0"/>
              </a:rPr>
              <a:t>-------------------------------------------------------------------------------------------------------------------------------------------------</a:t>
            </a:r>
          </a:p>
        </p:txBody>
      </p:sp>
      <p:sp>
        <p:nvSpPr>
          <p:cNvPr id="9" name="TextBox 8">
            <a:extLst>
              <a:ext uri="{FF2B5EF4-FFF2-40B4-BE49-F238E27FC236}">
                <a16:creationId xmlns:a16="http://schemas.microsoft.com/office/drawing/2014/main" id="{4BAFDF3E-CED6-DF05-CC03-298CDAA879E0}"/>
              </a:ext>
            </a:extLst>
          </p:cNvPr>
          <p:cNvSpPr txBox="1"/>
          <p:nvPr/>
        </p:nvSpPr>
        <p:spPr>
          <a:xfrm>
            <a:off x="541719" y="2958248"/>
            <a:ext cx="11108561" cy="523220"/>
          </a:xfrm>
          <a:prstGeom prst="rect">
            <a:avLst/>
          </a:prstGeom>
          <a:noFill/>
        </p:spPr>
        <p:txBody>
          <a:bodyPr wrap="square">
            <a:spAutoFit/>
          </a:bodyPr>
          <a:lstStyle/>
          <a:p>
            <a:r>
              <a:rPr lang="en-US" sz="2800" b="1" dirty="0">
                <a:solidFill>
                  <a:schemeClr val="tx1">
                    <a:lumMod val="95000"/>
                    <a:lumOff val="5000"/>
                  </a:schemeClr>
                </a:solidFill>
                <a:latin typeface="Times New Roman" panose="02020603050405020304" pitchFamily="18" charset="0"/>
                <a:cs typeface="Times New Roman" panose="02020603050405020304" pitchFamily="18" charset="0"/>
              </a:rPr>
              <a:t>Advanced AI-Powered Python Error Analyzer and Debugging Assistant</a:t>
            </a:r>
            <a:endParaRPr lang="en-IN" sz="2800" dirty="0"/>
          </a:p>
        </p:txBody>
      </p:sp>
      <p:sp>
        <p:nvSpPr>
          <p:cNvPr id="11" name="TextBox 10">
            <a:extLst>
              <a:ext uri="{FF2B5EF4-FFF2-40B4-BE49-F238E27FC236}">
                <a16:creationId xmlns:a16="http://schemas.microsoft.com/office/drawing/2014/main" id="{21510C82-C00B-F4FB-B8B4-0CC643EA423D}"/>
              </a:ext>
            </a:extLst>
          </p:cNvPr>
          <p:cNvSpPr txBox="1"/>
          <p:nvPr/>
        </p:nvSpPr>
        <p:spPr>
          <a:xfrm>
            <a:off x="-1" y="5154499"/>
            <a:ext cx="4032355" cy="664904"/>
          </a:xfrm>
          <a:prstGeom prst="rect">
            <a:avLst/>
          </a:prstGeom>
          <a:noFill/>
        </p:spPr>
        <p:txBody>
          <a:bodyPr wrap="square">
            <a:spAutoFit/>
          </a:bodyPr>
          <a:lstStyle/>
          <a:p>
            <a:pPr algn="ctr"/>
            <a:r>
              <a:rPr lang="en-US" b="1" dirty="0">
                <a:solidFill>
                  <a:schemeClr val="tx1">
                    <a:lumMod val="95000"/>
                    <a:lumOff val="5000"/>
                  </a:schemeClr>
                </a:solidFill>
                <a:latin typeface="Times New Roman" panose="02020603050405020304" pitchFamily="18" charset="0"/>
                <a:cs typeface="Times New Roman" panose="02020603050405020304" pitchFamily="18" charset="0"/>
              </a:rPr>
              <a:t>UNDER THE GUIDANCE OF</a:t>
            </a:r>
          </a:p>
          <a:p>
            <a:pPr algn="ct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Mr.B.Avinash</a:t>
            </a:r>
            <a:endParaRPr lang="en-US"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927AA3C0-132C-3FFA-DFAC-47B520BB313C}"/>
              </a:ext>
            </a:extLst>
          </p:cNvPr>
          <p:cNvSpPr txBox="1"/>
          <p:nvPr/>
        </p:nvSpPr>
        <p:spPr>
          <a:xfrm>
            <a:off x="2548328" y="5173072"/>
            <a:ext cx="6445770" cy="646331"/>
          </a:xfrm>
          <a:prstGeom prst="rect">
            <a:avLst/>
          </a:prstGeom>
          <a:noFill/>
        </p:spPr>
        <p:txBody>
          <a:bodyPr wrap="square">
            <a:spAutoFit/>
          </a:bodyPr>
          <a:lstStyle/>
          <a:p>
            <a:pPr algn="ctr"/>
            <a:r>
              <a:rPr lang="en-IN" b="1" dirty="0">
                <a:latin typeface="Times New Roman" panose="02020603050405020304" pitchFamily="18" charset="0"/>
                <a:cs typeface="Times New Roman" panose="02020603050405020304" pitchFamily="18" charset="0"/>
              </a:rPr>
              <a:t>PROJECT COORDINATOR </a:t>
            </a:r>
          </a:p>
          <a:p>
            <a:pPr algn="ctr"/>
            <a:r>
              <a:rPr lang="en-IN" dirty="0" err="1">
                <a:latin typeface="Times New Roman" panose="02020603050405020304" pitchFamily="18" charset="0"/>
                <a:cs typeface="Times New Roman" panose="02020603050405020304" pitchFamily="18" charset="0"/>
              </a:rPr>
              <a:t>Mr.R.Rajesh</a:t>
            </a:r>
            <a:endParaRPr lang="en-IN"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524B33D7-53E5-3C3C-CF09-519D5F8B094D}"/>
              </a:ext>
            </a:extLst>
          </p:cNvPr>
          <p:cNvSpPr txBox="1"/>
          <p:nvPr/>
        </p:nvSpPr>
        <p:spPr>
          <a:xfrm>
            <a:off x="8548362" y="5142484"/>
            <a:ext cx="3233907" cy="1200329"/>
          </a:xfrm>
          <a:prstGeom prst="rect">
            <a:avLst/>
          </a:prstGeom>
          <a:noFill/>
        </p:spPr>
        <p:txBody>
          <a:bodyPr wrap="square">
            <a:spAutoFit/>
          </a:bodyPr>
          <a:lstStyle/>
          <a:p>
            <a:r>
              <a:rPr lang="en-IN" b="1" dirty="0"/>
              <a:t> </a:t>
            </a:r>
            <a:r>
              <a:rPr lang="en-IN" b="1" dirty="0">
                <a:latin typeface="Times New Roman" panose="02020603050405020304" pitchFamily="18" charset="0"/>
                <a:cs typeface="Times New Roman" panose="02020603050405020304" pitchFamily="18" charset="0"/>
              </a:rPr>
              <a:t>PRESENTED BY:</a:t>
            </a:r>
          </a:p>
          <a:p>
            <a:r>
              <a:rPr lang="en-IN" dirty="0">
                <a:latin typeface="Times New Roman" panose="02020603050405020304" pitchFamily="18" charset="0"/>
                <a:cs typeface="Times New Roman" panose="02020603050405020304" pitchFamily="18" charset="0"/>
              </a:rPr>
              <a:t>Anna Harish   - 23AG1A6603</a:t>
            </a:r>
          </a:p>
          <a:p>
            <a:r>
              <a:rPr lang="en-IN" dirty="0">
                <a:latin typeface="Times New Roman" panose="02020603050405020304" pitchFamily="18" charset="0"/>
                <a:cs typeface="Times New Roman" panose="02020603050405020304" pitchFamily="18" charset="0"/>
              </a:rPr>
              <a:t>Banne Anand  - 23AGIA6609</a:t>
            </a:r>
          </a:p>
          <a:p>
            <a:r>
              <a:rPr lang="en-IN" dirty="0">
                <a:latin typeface="Times New Roman" panose="02020603050405020304" pitchFamily="18" charset="0"/>
                <a:cs typeface="Times New Roman" panose="02020603050405020304" pitchFamily="18" charset="0"/>
              </a:rPr>
              <a:t>D. Swetha       - 24AG5A6604</a:t>
            </a:r>
          </a:p>
        </p:txBody>
      </p:sp>
      <p:sp>
        <p:nvSpPr>
          <p:cNvPr id="17" name="TextBox 16">
            <a:extLst>
              <a:ext uri="{FF2B5EF4-FFF2-40B4-BE49-F238E27FC236}">
                <a16:creationId xmlns:a16="http://schemas.microsoft.com/office/drawing/2014/main" id="{9A509298-223A-BBA6-D4FC-02D2E9253FF6}"/>
              </a:ext>
            </a:extLst>
          </p:cNvPr>
          <p:cNvSpPr txBox="1"/>
          <p:nvPr/>
        </p:nvSpPr>
        <p:spPr>
          <a:xfrm>
            <a:off x="97525" y="2516728"/>
            <a:ext cx="12189433" cy="369332"/>
          </a:xfrm>
          <a:prstGeom prst="rect">
            <a:avLst/>
          </a:prstGeom>
          <a:noFill/>
        </p:spPr>
        <p:txBody>
          <a:bodyPr wrap="square">
            <a:spAutoFit/>
          </a:bodyPr>
          <a:lstStyle/>
          <a:p>
            <a:r>
              <a:rPr lang="en-US" altLang="en-US" b="1" dirty="0" bmk="_Hlk30499946">
                <a:solidFill>
                  <a:srgbClr val="000000"/>
                </a:solidFill>
                <a:latin typeface="Bookman Old Style" panose="02050604050505020204" pitchFamily="18" charset="0"/>
                <a:ea typeface="Times New Roman" panose="02020603050405020304" pitchFamily="18" charset="0"/>
                <a:cs typeface="Arial" panose="020B0604020202020204" pitchFamily="34" charset="0"/>
              </a:rPr>
              <a:t>-------------------------------------------------------------------------------------------------------------------------------------------------</a:t>
            </a:r>
            <a:endParaRPr lang="en-IN" dirty="0"/>
          </a:p>
        </p:txBody>
      </p:sp>
    </p:spTree>
    <p:extLst>
      <p:ext uri="{BB962C8B-B14F-4D97-AF65-F5344CB8AC3E}">
        <p14:creationId xmlns:p14="http://schemas.microsoft.com/office/powerpoint/2010/main" val="35903718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Plain white background Images - Free Download on Freepik">
            <a:extLst>
              <a:ext uri="{FF2B5EF4-FFF2-40B4-BE49-F238E27FC236}">
                <a16:creationId xmlns:a16="http://schemas.microsoft.com/office/drawing/2014/main" id="{3C3DDB51-A8AD-1D4C-CFEE-381AE3F3AF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1999"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F4636968-9257-15FD-B80A-694FBF001827}"/>
              </a:ext>
            </a:extLst>
          </p:cNvPr>
          <p:cNvSpPr>
            <a:spLocks noGrp="1"/>
          </p:cNvSpPr>
          <p:nvPr>
            <p:ph type="ctrTitle"/>
          </p:nvPr>
        </p:nvSpPr>
        <p:spPr>
          <a:xfrm>
            <a:off x="224852" y="584616"/>
            <a:ext cx="6048870" cy="644578"/>
          </a:xfrm>
        </p:spPr>
        <p:txBody>
          <a:bodyPr>
            <a:normAutofit/>
          </a:bodyPr>
          <a:lstStyle/>
          <a:p>
            <a:r>
              <a:rPr lang="en-IN" sz="3600" dirty="0">
                <a:solidFill>
                  <a:schemeClr val="accent1"/>
                </a:solidFill>
                <a:latin typeface="Constantia" panose="02030602050306030303" pitchFamily="18" charset="0"/>
              </a:rPr>
              <a:t>Problem Statement:</a:t>
            </a:r>
          </a:p>
        </p:txBody>
      </p:sp>
      <p:sp>
        <p:nvSpPr>
          <p:cNvPr id="3" name="Subtitle 2">
            <a:extLst>
              <a:ext uri="{FF2B5EF4-FFF2-40B4-BE49-F238E27FC236}">
                <a16:creationId xmlns:a16="http://schemas.microsoft.com/office/drawing/2014/main" id="{F07B61D9-B193-F095-81D8-8DEEF9ABBB46}"/>
              </a:ext>
            </a:extLst>
          </p:cNvPr>
          <p:cNvSpPr>
            <a:spLocks noGrp="1"/>
          </p:cNvSpPr>
          <p:nvPr>
            <p:ph type="subTitle" idx="1"/>
          </p:nvPr>
        </p:nvSpPr>
        <p:spPr>
          <a:xfrm>
            <a:off x="644577" y="1469036"/>
            <a:ext cx="9563725" cy="3177915"/>
          </a:xfrm>
        </p:spPr>
        <p:txBody>
          <a:bodyPr>
            <a:normAutofit/>
          </a:bodyPr>
          <a:lstStyle/>
          <a:p>
            <a:pPr algn="just"/>
            <a:r>
              <a:rPr lang="en-US" sz="1800" cap="none" dirty="0">
                <a:latin typeface="Constantia" panose="02030602050306030303" pitchFamily="18" charset="0"/>
              </a:rPr>
              <a:t>	Python is widely used by beginners, but understanding and fixing errors remains a major challenge because python error messages are often technical and difficult to interpret. New programmers spend a lot of time searching for solutions without clearly understanding the cause of the error, which slows down learning and reduces confidence. Existing debugging tools mainly identify errors but do not explain them in a simple, human-friendly way. Therefore, there is a need for an intelligent system that can analyze python code and error messages and provide clear explanations and helpful debugging suggestions to assist beginners in learning python more effectively.</a:t>
            </a:r>
            <a:endParaRPr lang="en-IN" sz="1800" cap="none" dirty="0">
              <a:latin typeface="Constantia" panose="02030602050306030303" pitchFamily="18" charset="0"/>
            </a:endParaRPr>
          </a:p>
        </p:txBody>
      </p:sp>
    </p:spTree>
    <p:extLst>
      <p:ext uri="{BB962C8B-B14F-4D97-AF65-F5344CB8AC3E}">
        <p14:creationId xmlns:p14="http://schemas.microsoft.com/office/powerpoint/2010/main" val="5264311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Plain white background Images - Free Download on Freepik">
            <a:extLst>
              <a:ext uri="{FF2B5EF4-FFF2-40B4-BE49-F238E27FC236}">
                <a16:creationId xmlns:a16="http://schemas.microsoft.com/office/drawing/2014/main" id="{91F8E143-E963-B46F-B011-B1249355C4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12192000" cy="6858001"/>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B8DB0219-700A-EDA3-AC08-469B35A7CE32}"/>
              </a:ext>
            </a:extLst>
          </p:cNvPr>
          <p:cNvSpPr txBox="1"/>
          <p:nvPr/>
        </p:nvSpPr>
        <p:spPr>
          <a:xfrm>
            <a:off x="2857296" y="124644"/>
            <a:ext cx="6097656" cy="646331"/>
          </a:xfrm>
          <a:prstGeom prst="rect">
            <a:avLst/>
          </a:prstGeom>
          <a:noFill/>
        </p:spPr>
        <p:txBody>
          <a:bodyPr wrap="square">
            <a:spAutoFit/>
          </a:bodyPr>
          <a:lstStyle/>
          <a:p>
            <a:pPr algn="ctr"/>
            <a:r>
              <a:rPr lang="en-IN" sz="3600" b="1" u="sng" dirty="0">
                <a:solidFill>
                  <a:schemeClr val="accent1"/>
                </a:solidFill>
                <a:latin typeface="Times New Roman" panose="02020603050405020304" pitchFamily="18" charset="0"/>
                <a:cs typeface="Times New Roman" panose="02020603050405020304" pitchFamily="18" charset="0"/>
              </a:rPr>
              <a:t>ABSTRACT</a:t>
            </a:r>
          </a:p>
        </p:txBody>
      </p:sp>
      <p:sp>
        <p:nvSpPr>
          <p:cNvPr id="4" name="TextBox 3">
            <a:extLst>
              <a:ext uri="{FF2B5EF4-FFF2-40B4-BE49-F238E27FC236}">
                <a16:creationId xmlns:a16="http://schemas.microsoft.com/office/drawing/2014/main" id="{C6ADAD36-F204-497A-5871-6D716D543409}"/>
              </a:ext>
            </a:extLst>
          </p:cNvPr>
          <p:cNvSpPr txBox="1"/>
          <p:nvPr/>
        </p:nvSpPr>
        <p:spPr>
          <a:xfrm>
            <a:off x="886282" y="4676995"/>
            <a:ext cx="4766872" cy="2862322"/>
          </a:xfrm>
          <a:prstGeom prst="rect">
            <a:avLst/>
          </a:prstGeom>
          <a:noFill/>
        </p:spPr>
        <p:txBody>
          <a:bodyPr wrap="square">
            <a:spAutoFit/>
          </a:bodyPr>
          <a:lstStyle/>
          <a:p>
            <a:r>
              <a:rPr lang="en-US" sz="2000" dirty="0">
                <a:latin typeface="Arial Black" panose="020B0A04020102020204" pitchFamily="34" charset="0"/>
              </a:rPr>
              <a:t>Keywords:</a:t>
            </a:r>
          </a:p>
          <a:p>
            <a:r>
              <a:rPr lang="en-US" sz="2000" dirty="0">
                <a:latin typeface="Constantia" panose="02030602050306030303" pitchFamily="18" charset="0"/>
              </a:rPr>
              <a:t>Artificial Intelligence,</a:t>
            </a:r>
          </a:p>
          <a:p>
            <a:r>
              <a:rPr lang="en-US" sz="2000" dirty="0">
                <a:latin typeface="Constantia" panose="02030602050306030303" pitchFamily="18" charset="0"/>
              </a:rPr>
              <a:t>Python Debugging,</a:t>
            </a:r>
          </a:p>
          <a:p>
            <a:r>
              <a:rPr lang="en-US" sz="2000" dirty="0">
                <a:latin typeface="Constantia" panose="02030602050306030303" pitchFamily="18" charset="0"/>
              </a:rPr>
              <a:t>Error Analysis,</a:t>
            </a:r>
          </a:p>
          <a:p>
            <a:r>
              <a:rPr lang="en-US" sz="2000" dirty="0">
                <a:latin typeface="Constantia" panose="02030602050306030303" pitchFamily="18" charset="0"/>
              </a:rPr>
              <a:t>Machine Learning,</a:t>
            </a:r>
          </a:p>
          <a:p>
            <a:r>
              <a:rPr lang="en-US" sz="2000" dirty="0">
                <a:latin typeface="Constantia" panose="02030602050306030303" pitchFamily="18" charset="0"/>
              </a:rPr>
              <a:t>Natural Language </a:t>
            </a:r>
            <a:r>
              <a:rPr lang="en-US" sz="2000" dirty="0" err="1">
                <a:latin typeface="Constantia" panose="02030602050306030303" pitchFamily="18" charset="0"/>
              </a:rPr>
              <a:t>Processsing</a:t>
            </a:r>
            <a:endParaRPr lang="en-US" sz="2000" dirty="0">
              <a:latin typeface="Constantia" panose="02030602050306030303" pitchFamily="18" charset="0"/>
            </a:endParaRPr>
          </a:p>
          <a:p>
            <a:r>
              <a:rPr lang="en-US" sz="2000" dirty="0">
                <a:latin typeface="Constantia" panose="02030602050306030303" pitchFamily="18" charset="0"/>
              </a:rPr>
              <a:t>  </a:t>
            </a:r>
          </a:p>
          <a:p>
            <a:endParaRPr lang="en-US" sz="2000" dirty="0">
              <a:latin typeface="Constantia" panose="02030602050306030303" pitchFamily="18" charset="0"/>
            </a:endParaRPr>
          </a:p>
          <a:p>
            <a:endParaRPr lang="en-US" sz="2000" dirty="0">
              <a:latin typeface="Arial Black" panose="020B0A04020102020204" pitchFamily="34" charset="0"/>
            </a:endParaRPr>
          </a:p>
        </p:txBody>
      </p:sp>
      <p:sp>
        <p:nvSpPr>
          <p:cNvPr id="2" name="Rectangle 1">
            <a:extLst>
              <a:ext uri="{FF2B5EF4-FFF2-40B4-BE49-F238E27FC236}">
                <a16:creationId xmlns:a16="http://schemas.microsoft.com/office/drawing/2014/main" id="{0F82BBCC-A582-966A-2101-128B9C9C68FB}"/>
              </a:ext>
            </a:extLst>
          </p:cNvPr>
          <p:cNvSpPr>
            <a:spLocks noChangeArrowheads="1"/>
          </p:cNvSpPr>
          <p:nvPr/>
        </p:nvSpPr>
        <p:spPr bwMode="auto">
          <a:xfrm>
            <a:off x="886282" y="1327811"/>
            <a:ext cx="9801706"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Constantia" panose="02030602050306030303" pitchFamily="18" charset="0"/>
              </a:rPr>
              <a:t>	Python is one of the most popular programming languages because it is easy to learn and widely used. However, beginners often find it difficult to understand Python error messages and fix mistakes in their code. Most error messages are technical and do not clearly explain what went wrong or how to correct it, which makes learning slower and more confusing.</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Constantia" panose="02030602050306030303"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Constantia" panose="02030602050306030303" pitchFamily="18" charset="0"/>
              </a:rPr>
              <a:t>	This platform introduces an </a:t>
            </a:r>
            <a:r>
              <a:rPr kumimoji="0" lang="en-US" altLang="en-US" sz="1800" b="1" i="0" u="none" strike="noStrike" cap="none" normalizeH="0" baseline="0" dirty="0">
                <a:ln>
                  <a:noFill/>
                </a:ln>
                <a:solidFill>
                  <a:schemeClr val="tx1"/>
                </a:solidFill>
                <a:effectLst/>
                <a:latin typeface="Constantia" panose="02030602050306030303" pitchFamily="18" charset="0"/>
              </a:rPr>
              <a:t>Advanced AI-Powered Python Error Analyzer and Debugging Assistant</a:t>
            </a:r>
            <a:r>
              <a:rPr kumimoji="0" lang="en-US" altLang="en-US" sz="1800" b="0" i="0" u="none" strike="noStrike" cap="none" normalizeH="0" baseline="0" dirty="0">
                <a:ln>
                  <a:noFill/>
                </a:ln>
                <a:solidFill>
                  <a:schemeClr val="tx1"/>
                </a:solidFill>
                <a:effectLst/>
                <a:latin typeface="Constantia" panose="02030602050306030303" pitchFamily="18" charset="0"/>
              </a:rPr>
              <a:t> that helps users understand errors in a simple and clear way. The system analyzes Python code and error messages using AI, Machine Learning, and Natural Language Processing to find the cause of errors and suggest easy solutions with good coding practices. A simple web interface makes the tool easy to use for beginners, helping them reduce debugging time and improve their programming skills.</a:t>
            </a:r>
          </a:p>
        </p:txBody>
      </p:sp>
    </p:spTree>
    <p:extLst>
      <p:ext uri="{BB962C8B-B14F-4D97-AF65-F5344CB8AC3E}">
        <p14:creationId xmlns:p14="http://schemas.microsoft.com/office/powerpoint/2010/main" val="1987673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Plain white background Images - Free Download on Freepik">
            <a:extLst>
              <a:ext uri="{FF2B5EF4-FFF2-40B4-BE49-F238E27FC236}">
                <a16:creationId xmlns:a16="http://schemas.microsoft.com/office/drawing/2014/main" id="{DA87A455-EF6F-BD70-E9AE-A11C4FCF1A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0"/>
            <a:ext cx="12174512"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4CEB6DC7-4AD6-8F4B-7908-A66270904685}"/>
              </a:ext>
            </a:extLst>
          </p:cNvPr>
          <p:cNvSpPr>
            <a:spLocks noGrp="1"/>
          </p:cNvSpPr>
          <p:nvPr>
            <p:ph type="ctrTitle"/>
          </p:nvPr>
        </p:nvSpPr>
        <p:spPr>
          <a:xfrm>
            <a:off x="1810972" y="0"/>
            <a:ext cx="7243086" cy="977719"/>
          </a:xfrm>
        </p:spPr>
        <p:txBody>
          <a:bodyPr>
            <a:normAutofit/>
          </a:bodyPr>
          <a:lstStyle/>
          <a:p>
            <a:r>
              <a:rPr lang="en-IN" sz="3600" cap="none" dirty="0">
                <a:solidFill>
                  <a:schemeClr val="accent1"/>
                </a:solidFill>
                <a:latin typeface="Constantia" panose="02030602050306030303" pitchFamily="18" charset="0"/>
              </a:rPr>
              <a:t>Current challenges faced</a:t>
            </a:r>
          </a:p>
        </p:txBody>
      </p:sp>
      <p:sp>
        <p:nvSpPr>
          <p:cNvPr id="3" name="Subtitle 2">
            <a:extLst>
              <a:ext uri="{FF2B5EF4-FFF2-40B4-BE49-F238E27FC236}">
                <a16:creationId xmlns:a16="http://schemas.microsoft.com/office/drawing/2014/main" id="{765B6901-B080-8C4C-F2CD-615205C2CC5E}"/>
              </a:ext>
            </a:extLst>
          </p:cNvPr>
          <p:cNvSpPr>
            <a:spLocks noGrp="1"/>
          </p:cNvSpPr>
          <p:nvPr>
            <p:ph type="subTitle" idx="1"/>
          </p:nvPr>
        </p:nvSpPr>
        <p:spPr>
          <a:xfrm>
            <a:off x="444708" y="947740"/>
            <a:ext cx="11302584" cy="5153257"/>
          </a:xfrm>
        </p:spPr>
        <p:txBody>
          <a:bodyPr/>
          <a:lstStyle/>
          <a:p>
            <a:pPr algn="l"/>
            <a:r>
              <a:rPr lang="en-IN" sz="1800" b="1" dirty="0">
                <a:latin typeface="Constantia" panose="02030602050306030303" pitchFamily="18" charset="0"/>
              </a:rPr>
              <a:t> </a:t>
            </a:r>
          </a:p>
          <a:p>
            <a:pPr algn="l"/>
            <a:r>
              <a:rPr lang="en-IN" sz="1800" b="1" dirty="0">
                <a:latin typeface="Constantia" panose="02030602050306030303" pitchFamily="18" charset="0"/>
              </a:rPr>
              <a:t> </a:t>
            </a:r>
          </a:p>
          <a:p>
            <a:pPr algn="l"/>
            <a:endParaRPr lang="en-IN" b="1" dirty="0">
              <a:latin typeface="Constantia" panose="02030602050306030303" pitchFamily="18" charset="0"/>
            </a:endParaRPr>
          </a:p>
        </p:txBody>
      </p:sp>
      <p:sp>
        <p:nvSpPr>
          <p:cNvPr id="5" name="Rectangle 1">
            <a:extLst>
              <a:ext uri="{FF2B5EF4-FFF2-40B4-BE49-F238E27FC236}">
                <a16:creationId xmlns:a16="http://schemas.microsoft.com/office/drawing/2014/main" id="{33749084-3287-34DA-D540-4CBBB4858815}"/>
              </a:ext>
            </a:extLst>
          </p:cNvPr>
          <p:cNvSpPr>
            <a:spLocks noChangeArrowheads="1"/>
          </p:cNvSpPr>
          <p:nvPr/>
        </p:nvSpPr>
        <p:spPr bwMode="auto">
          <a:xfrm>
            <a:off x="-134911" y="-584616"/>
            <a:ext cx="399727" cy="7692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1">
            <a:extLst>
              <a:ext uri="{FF2B5EF4-FFF2-40B4-BE49-F238E27FC236}">
                <a16:creationId xmlns:a16="http://schemas.microsoft.com/office/drawing/2014/main" id="{91DA26A1-83DA-F262-061B-B540D563E08F}"/>
              </a:ext>
            </a:extLst>
          </p:cNvPr>
          <p:cNvSpPr>
            <a:spLocks noChangeArrowheads="1"/>
          </p:cNvSpPr>
          <p:nvPr/>
        </p:nvSpPr>
        <p:spPr bwMode="auto">
          <a:xfrm>
            <a:off x="17489" y="-432216"/>
            <a:ext cx="399727" cy="7692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2">
            <a:extLst>
              <a:ext uri="{FF2B5EF4-FFF2-40B4-BE49-F238E27FC236}">
                <a16:creationId xmlns:a16="http://schemas.microsoft.com/office/drawing/2014/main" id="{2B049834-7B1E-2D66-7654-06E4ED198B0D}"/>
              </a:ext>
            </a:extLst>
          </p:cNvPr>
          <p:cNvSpPr>
            <a:spLocks noChangeArrowheads="1"/>
          </p:cNvSpPr>
          <p:nvPr/>
        </p:nvSpPr>
        <p:spPr bwMode="auto">
          <a:xfrm>
            <a:off x="444707" y="1443840"/>
            <a:ext cx="11302584"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Constantia" panose="02030602050306030303" pitchFamily="18" charset="0"/>
              </a:rPr>
              <a:t>Complex Error Messages:</a:t>
            </a:r>
            <a:r>
              <a:rPr kumimoji="0" lang="en-US" altLang="en-US" sz="1800" b="0" i="0" u="none" strike="noStrike" cap="none" normalizeH="0" baseline="0" dirty="0">
                <a:ln>
                  <a:noFill/>
                </a:ln>
                <a:solidFill>
                  <a:schemeClr val="tx1"/>
                </a:solidFill>
                <a:effectLst/>
                <a:latin typeface="Constantia" panose="02030602050306030303" pitchFamily="18" charset="0"/>
              </a:rPr>
              <a:t> Python error messages are often technical and difficult for beginners to understand, making debugging confusing and time-consuming.</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Constantia" panose="02030602050306030303"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Constantia" panose="02030602050306030303" pitchFamily="18" charset="0"/>
              </a:rPr>
              <a:t>Lack of Clear Guidance:</a:t>
            </a:r>
            <a:r>
              <a:rPr kumimoji="0" lang="en-US" altLang="en-US" sz="1800" b="0" i="0" u="none" strike="noStrike" cap="none" normalizeH="0" baseline="0" dirty="0">
                <a:ln>
                  <a:noFill/>
                </a:ln>
                <a:solidFill>
                  <a:schemeClr val="tx1"/>
                </a:solidFill>
                <a:effectLst/>
                <a:latin typeface="Constantia" panose="02030602050306030303" pitchFamily="18" charset="0"/>
              </a:rPr>
              <a:t> Traditional debuggers only show where the error occurred but do not clearly explain why it happened or how to fix it.</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Constantia" panose="02030602050306030303"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Constantia" panose="02030602050306030303" pitchFamily="18" charset="0"/>
              </a:rPr>
              <a:t>Time-Consuming Debugging:</a:t>
            </a:r>
            <a:r>
              <a:rPr kumimoji="0" lang="en-US" altLang="en-US" sz="1800" b="0" i="0" u="none" strike="noStrike" cap="none" normalizeH="0" baseline="0" dirty="0">
                <a:ln>
                  <a:noFill/>
                </a:ln>
                <a:solidFill>
                  <a:schemeClr val="tx1"/>
                </a:solidFill>
                <a:effectLst/>
                <a:latin typeface="Constantia" panose="02030602050306030303" pitchFamily="18" charset="0"/>
              </a:rPr>
              <a:t> Beginners spend a lot of time searching online or trying multiple solutions to fix simple errors, which slows down learning.</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Constantia" panose="02030602050306030303"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Constantia" panose="02030602050306030303" pitchFamily="18" charset="0"/>
              </a:rPr>
              <a:t>Limited Learning Support:</a:t>
            </a:r>
            <a:r>
              <a:rPr kumimoji="0" lang="en-US" altLang="en-US" sz="1800" b="0" i="0" u="none" strike="noStrike" cap="none" normalizeH="0" baseline="0" dirty="0">
                <a:ln>
                  <a:noFill/>
                </a:ln>
                <a:solidFill>
                  <a:schemeClr val="tx1"/>
                </a:solidFill>
                <a:effectLst/>
                <a:latin typeface="Constantia" panose="02030602050306030303" pitchFamily="18" charset="0"/>
              </a:rPr>
              <a:t> Existing tools focus more on error detection rather than teaching users how to avoid similar mistakes in the future.</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Constantia" panose="02030602050306030303"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Constantia" panose="02030602050306030303" pitchFamily="18" charset="0"/>
              </a:rPr>
              <a:t>Dependency on External Help:</a:t>
            </a:r>
            <a:r>
              <a:rPr kumimoji="0" lang="en-US" altLang="en-US" sz="1800" b="0" i="0" u="none" strike="noStrike" cap="none" normalizeH="0" baseline="0" dirty="0">
                <a:ln>
                  <a:noFill/>
                </a:ln>
                <a:solidFill>
                  <a:schemeClr val="tx1"/>
                </a:solidFill>
                <a:effectLst/>
                <a:latin typeface="Constantia" panose="02030602050306030303" pitchFamily="18" charset="0"/>
              </a:rPr>
              <a:t> Many learners rely on forums, tutorials, or experienced developers to resolve errors, which is not always immediately available.</a:t>
            </a:r>
          </a:p>
        </p:txBody>
      </p:sp>
    </p:spTree>
    <p:extLst>
      <p:ext uri="{BB962C8B-B14F-4D97-AF65-F5344CB8AC3E}">
        <p14:creationId xmlns:p14="http://schemas.microsoft.com/office/powerpoint/2010/main" val="39376505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Plain white background Images - Free Download on Freepik">
            <a:extLst>
              <a:ext uri="{FF2B5EF4-FFF2-40B4-BE49-F238E27FC236}">
                <a16:creationId xmlns:a16="http://schemas.microsoft.com/office/drawing/2014/main" id="{827F5BF5-9925-DA85-C9F4-1E3AF543D8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4703" y="1"/>
            <a:ext cx="12696703"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0A21CB4F-CCA9-3F4E-98A3-190A40B4349A}"/>
              </a:ext>
            </a:extLst>
          </p:cNvPr>
          <p:cNvSpPr txBox="1"/>
          <p:nvPr/>
        </p:nvSpPr>
        <p:spPr>
          <a:xfrm>
            <a:off x="243589" y="182592"/>
            <a:ext cx="4598233" cy="646331"/>
          </a:xfrm>
          <a:prstGeom prst="rect">
            <a:avLst/>
          </a:prstGeom>
          <a:noFill/>
        </p:spPr>
        <p:txBody>
          <a:bodyPr wrap="square">
            <a:spAutoFit/>
          </a:bodyPr>
          <a:lstStyle/>
          <a:p>
            <a:r>
              <a:rPr lang="en-IN" sz="3600" dirty="0">
                <a:solidFill>
                  <a:schemeClr val="accent1"/>
                </a:solidFill>
              </a:rPr>
              <a:t>Literature Review :</a:t>
            </a:r>
          </a:p>
        </p:txBody>
      </p:sp>
      <p:sp>
        <p:nvSpPr>
          <p:cNvPr id="4" name="TextBox 3">
            <a:extLst>
              <a:ext uri="{FF2B5EF4-FFF2-40B4-BE49-F238E27FC236}">
                <a16:creationId xmlns:a16="http://schemas.microsoft.com/office/drawing/2014/main" id="{9E174998-EB17-996A-448B-96318A454EF8}"/>
              </a:ext>
            </a:extLst>
          </p:cNvPr>
          <p:cNvSpPr txBox="1"/>
          <p:nvPr/>
        </p:nvSpPr>
        <p:spPr>
          <a:xfrm>
            <a:off x="243589" y="828923"/>
            <a:ext cx="1240437" cy="369332"/>
          </a:xfrm>
          <a:prstGeom prst="rect">
            <a:avLst/>
          </a:prstGeom>
          <a:noFill/>
        </p:spPr>
        <p:txBody>
          <a:bodyPr wrap="square">
            <a:spAutoFit/>
          </a:bodyPr>
          <a:lstStyle/>
          <a:p>
            <a:r>
              <a:rPr lang="en-IN" dirty="0">
                <a:solidFill>
                  <a:schemeClr val="accent1"/>
                </a:solidFill>
              </a:rPr>
              <a:t>Paper 1</a:t>
            </a:r>
          </a:p>
        </p:txBody>
      </p:sp>
      <p:sp>
        <p:nvSpPr>
          <p:cNvPr id="6" name="TextBox 5">
            <a:extLst>
              <a:ext uri="{FF2B5EF4-FFF2-40B4-BE49-F238E27FC236}">
                <a16:creationId xmlns:a16="http://schemas.microsoft.com/office/drawing/2014/main" id="{D8A4BCEE-367A-5211-1EB9-D2006D25DA09}"/>
              </a:ext>
            </a:extLst>
          </p:cNvPr>
          <p:cNvSpPr txBox="1"/>
          <p:nvPr/>
        </p:nvSpPr>
        <p:spPr>
          <a:xfrm>
            <a:off x="243589" y="1305341"/>
            <a:ext cx="11688581" cy="4708981"/>
          </a:xfrm>
          <a:prstGeom prst="rect">
            <a:avLst/>
          </a:prstGeom>
          <a:noFill/>
        </p:spPr>
        <p:txBody>
          <a:bodyPr wrap="square">
            <a:spAutoFit/>
          </a:bodyPr>
          <a:lstStyle/>
          <a:p>
            <a:pPr>
              <a:buNone/>
            </a:pPr>
            <a:r>
              <a:rPr lang="en-US" sz="2000" b="1" dirty="0">
                <a:latin typeface="Constantia" panose="02030602050306030303" pitchFamily="18" charset="0"/>
              </a:rPr>
              <a:t>Title:</a:t>
            </a:r>
            <a:r>
              <a:rPr lang="en-US" sz="2000" dirty="0">
                <a:latin typeface="Constantia" panose="02030602050306030303" pitchFamily="18" charset="0"/>
              </a:rPr>
              <a:t> Automated Program Debugging Using Machine Learning</a:t>
            </a:r>
            <a:br>
              <a:rPr lang="en-US" sz="2000" dirty="0">
                <a:latin typeface="Constantia" panose="02030602050306030303" pitchFamily="18" charset="0"/>
              </a:rPr>
            </a:br>
            <a:r>
              <a:rPr lang="en-US" sz="2000" b="1" dirty="0">
                <a:latin typeface="Constantia" panose="02030602050306030303" pitchFamily="18" charset="0"/>
              </a:rPr>
              <a:t>Authors:</a:t>
            </a:r>
            <a:r>
              <a:rPr lang="en-US" sz="2000" dirty="0">
                <a:latin typeface="Constantia" panose="02030602050306030303" pitchFamily="18" charset="0"/>
              </a:rPr>
              <a:t> M. </a:t>
            </a:r>
            <a:r>
              <a:rPr lang="en-US" sz="2000" dirty="0" err="1">
                <a:latin typeface="Constantia" panose="02030602050306030303" pitchFamily="18" charset="0"/>
              </a:rPr>
              <a:t>Monperrus</a:t>
            </a:r>
            <a:r>
              <a:rPr lang="en-US" sz="2000" dirty="0">
                <a:latin typeface="Constantia" panose="02030602050306030303" pitchFamily="18" charset="0"/>
              </a:rPr>
              <a:t>, M. Martinez</a:t>
            </a:r>
            <a:br>
              <a:rPr lang="en-US" sz="2000" dirty="0">
                <a:latin typeface="Constantia" panose="02030602050306030303" pitchFamily="18" charset="0"/>
              </a:rPr>
            </a:br>
            <a:r>
              <a:rPr lang="en-US" sz="2000" b="1" dirty="0">
                <a:latin typeface="Constantia" panose="02030602050306030303" pitchFamily="18" charset="0"/>
              </a:rPr>
              <a:t>Journal:</a:t>
            </a:r>
            <a:r>
              <a:rPr lang="en-US" sz="2000" dirty="0">
                <a:latin typeface="Constantia" panose="02030602050306030303" pitchFamily="18" charset="0"/>
              </a:rPr>
              <a:t> IEEE Transactions on Software Engineering</a:t>
            </a:r>
            <a:br>
              <a:rPr lang="en-US" sz="2000" dirty="0">
                <a:latin typeface="Constantia" panose="02030602050306030303" pitchFamily="18" charset="0"/>
              </a:rPr>
            </a:br>
            <a:r>
              <a:rPr lang="en-US" sz="2000" b="1" dirty="0">
                <a:latin typeface="Constantia" panose="02030602050306030303" pitchFamily="18" charset="0"/>
              </a:rPr>
              <a:t>Year:</a:t>
            </a:r>
            <a:r>
              <a:rPr lang="en-US" sz="2000" dirty="0">
                <a:latin typeface="Constantia" panose="02030602050306030303" pitchFamily="18" charset="0"/>
              </a:rPr>
              <a:t> 2018</a:t>
            </a:r>
            <a:br>
              <a:rPr lang="en-US" sz="2000" dirty="0">
                <a:latin typeface="Constantia" panose="02030602050306030303" pitchFamily="18" charset="0"/>
              </a:rPr>
            </a:br>
            <a:r>
              <a:rPr lang="en-US" sz="2000" b="1" dirty="0">
                <a:latin typeface="Constantia" panose="02030602050306030303" pitchFamily="18" charset="0"/>
              </a:rPr>
              <a:t>DOI:</a:t>
            </a:r>
            <a:r>
              <a:rPr lang="en-US" sz="2000" dirty="0">
                <a:latin typeface="Constantia" panose="02030602050306030303" pitchFamily="18" charset="0"/>
              </a:rPr>
              <a:t> 10.1109/TSE.2017.2767601</a:t>
            </a:r>
          </a:p>
          <a:p>
            <a:pPr>
              <a:buNone/>
            </a:pPr>
            <a:r>
              <a:rPr lang="en-US" sz="2000" b="1" dirty="0">
                <a:latin typeface="Constantia" panose="02030602050306030303" pitchFamily="18" charset="0"/>
              </a:rPr>
              <a:t>Problem Defined:</a:t>
            </a:r>
            <a:br>
              <a:rPr lang="en-US" sz="2000" dirty="0">
                <a:latin typeface="Constantia" panose="02030602050306030303" pitchFamily="18" charset="0"/>
              </a:rPr>
            </a:br>
            <a:r>
              <a:rPr lang="en-US" sz="2000" dirty="0">
                <a:latin typeface="Constantia" panose="02030602050306030303" pitchFamily="18" charset="0"/>
              </a:rPr>
              <a:t>Traditional debugging techniques require manual effort and deep programming knowledge. Beginners struggle to identify root causes of program errors efficiently.</a:t>
            </a:r>
          </a:p>
          <a:p>
            <a:pPr>
              <a:buNone/>
            </a:pPr>
            <a:r>
              <a:rPr lang="en-US" sz="2000" b="1" dirty="0">
                <a:latin typeface="Constantia" panose="02030602050306030303" pitchFamily="18" charset="0"/>
              </a:rPr>
              <a:t>Method / Approach:</a:t>
            </a:r>
            <a:br>
              <a:rPr lang="en-US" sz="2000" dirty="0">
                <a:latin typeface="Constantia" panose="02030602050306030303" pitchFamily="18" charset="0"/>
              </a:rPr>
            </a:br>
            <a:r>
              <a:rPr lang="en-US" sz="2000" dirty="0">
                <a:latin typeface="Constantia" panose="02030602050306030303" pitchFamily="18" charset="0"/>
              </a:rPr>
              <a:t>The paper proposes machine learning models that learn from historical bug-fix data to automatically suggest fixes for software defects.</a:t>
            </a:r>
          </a:p>
          <a:p>
            <a:pPr>
              <a:buNone/>
            </a:pPr>
            <a:r>
              <a:rPr lang="en-US" sz="2000" b="1" dirty="0">
                <a:latin typeface="Constantia" panose="02030602050306030303" pitchFamily="18" charset="0"/>
              </a:rPr>
              <a:t>Key Findings:</a:t>
            </a:r>
            <a:br>
              <a:rPr lang="en-US" sz="2000" dirty="0">
                <a:latin typeface="Constantia" panose="02030602050306030303" pitchFamily="18" charset="0"/>
              </a:rPr>
            </a:br>
            <a:r>
              <a:rPr lang="en-US" sz="2000" dirty="0">
                <a:latin typeface="Constantia" panose="02030602050306030303" pitchFamily="18" charset="0"/>
              </a:rPr>
              <a:t>ML-based debugging reduces developer effort and improves accuracy in identifying bug patterns.</a:t>
            </a:r>
          </a:p>
          <a:p>
            <a:pPr>
              <a:buNone/>
            </a:pPr>
            <a:r>
              <a:rPr lang="en-US" sz="2000" b="1" dirty="0">
                <a:latin typeface="Constantia" panose="02030602050306030303" pitchFamily="18" charset="0"/>
              </a:rPr>
              <a:t>Research Gap Identified:</a:t>
            </a:r>
            <a:br>
              <a:rPr lang="en-US" sz="2000" dirty="0">
                <a:latin typeface="Constantia" panose="02030602050306030303" pitchFamily="18" charset="0"/>
              </a:rPr>
            </a:br>
            <a:r>
              <a:rPr lang="en-US" sz="2000" dirty="0">
                <a:latin typeface="Constantia" panose="02030602050306030303" pitchFamily="18" charset="0"/>
              </a:rPr>
              <a:t>Lack of beginner-friendly explanations and limited support for dynamic runtime errors.</a:t>
            </a:r>
          </a:p>
        </p:txBody>
      </p:sp>
    </p:spTree>
    <p:extLst>
      <p:ext uri="{BB962C8B-B14F-4D97-AF65-F5344CB8AC3E}">
        <p14:creationId xmlns:p14="http://schemas.microsoft.com/office/powerpoint/2010/main" val="29162202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Plain white background Images - Free Download on Freepik">
            <a:extLst>
              <a:ext uri="{FF2B5EF4-FFF2-40B4-BE49-F238E27FC236}">
                <a16:creationId xmlns:a16="http://schemas.microsoft.com/office/drawing/2014/main" id="{270201F2-007E-CAF6-8854-0ADD311E1AD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4861" y="0"/>
            <a:ext cx="12426861" cy="700089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2C23FAB7-4EC1-0C11-BB51-6FCD774749AF}"/>
              </a:ext>
            </a:extLst>
          </p:cNvPr>
          <p:cNvSpPr txBox="1"/>
          <p:nvPr/>
        </p:nvSpPr>
        <p:spPr>
          <a:xfrm>
            <a:off x="198620" y="212573"/>
            <a:ext cx="1555229" cy="461665"/>
          </a:xfrm>
          <a:prstGeom prst="rect">
            <a:avLst/>
          </a:prstGeom>
          <a:noFill/>
        </p:spPr>
        <p:txBody>
          <a:bodyPr wrap="square">
            <a:spAutoFit/>
          </a:bodyPr>
          <a:lstStyle/>
          <a:p>
            <a:r>
              <a:rPr lang="en-IN" sz="2400" dirty="0">
                <a:solidFill>
                  <a:schemeClr val="accent1"/>
                </a:solidFill>
                <a:latin typeface="Constantia" panose="02030602050306030303" pitchFamily="18" charset="0"/>
              </a:rPr>
              <a:t>Paper</a:t>
            </a:r>
            <a:r>
              <a:rPr lang="en-IN" sz="2400" dirty="0">
                <a:solidFill>
                  <a:schemeClr val="accent1"/>
                </a:solidFill>
              </a:rPr>
              <a:t> 2</a:t>
            </a:r>
          </a:p>
        </p:txBody>
      </p:sp>
      <p:sp>
        <p:nvSpPr>
          <p:cNvPr id="6" name="TextBox 5">
            <a:extLst>
              <a:ext uri="{FF2B5EF4-FFF2-40B4-BE49-F238E27FC236}">
                <a16:creationId xmlns:a16="http://schemas.microsoft.com/office/drawing/2014/main" id="{68642984-0C73-A760-A571-5AE7F8BB94F6}"/>
              </a:ext>
            </a:extLst>
          </p:cNvPr>
          <p:cNvSpPr txBox="1"/>
          <p:nvPr/>
        </p:nvSpPr>
        <p:spPr>
          <a:xfrm>
            <a:off x="198620" y="886095"/>
            <a:ext cx="11628619" cy="5909310"/>
          </a:xfrm>
          <a:prstGeom prst="rect">
            <a:avLst/>
          </a:prstGeom>
          <a:noFill/>
        </p:spPr>
        <p:txBody>
          <a:bodyPr wrap="square">
            <a:spAutoFit/>
          </a:bodyPr>
          <a:lstStyle/>
          <a:p>
            <a:pPr>
              <a:buNone/>
            </a:pPr>
            <a:r>
              <a:rPr lang="en-US" b="1" dirty="0">
                <a:latin typeface="Constantia" panose="02030602050306030303" pitchFamily="18" charset="0"/>
              </a:rPr>
              <a:t>Title:</a:t>
            </a:r>
            <a:r>
              <a:rPr lang="en-US" dirty="0">
                <a:latin typeface="Constantia" panose="02030602050306030303" pitchFamily="18" charset="0"/>
              </a:rPr>
              <a:t> Intelligent Tutoring Systems for Programming Education</a:t>
            </a:r>
          </a:p>
          <a:p>
            <a:pPr>
              <a:buNone/>
            </a:pPr>
            <a:endParaRPr lang="en-US" b="1" dirty="0">
              <a:latin typeface="Constantia" panose="02030602050306030303" pitchFamily="18" charset="0"/>
            </a:endParaRPr>
          </a:p>
          <a:p>
            <a:pPr>
              <a:buNone/>
            </a:pPr>
            <a:r>
              <a:rPr lang="en-US" b="1" dirty="0">
                <a:latin typeface="Constantia" panose="02030602050306030303" pitchFamily="18" charset="0"/>
              </a:rPr>
              <a:t>Authors:</a:t>
            </a:r>
            <a:r>
              <a:rPr lang="en-US" dirty="0">
                <a:latin typeface="Constantia" panose="02030602050306030303" pitchFamily="18" charset="0"/>
              </a:rPr>
              <a:t> K. </a:t>
            </a:r>
            <a:r>
              <a:rPr lang="en-US" dirty="0" err="1">
                <a:latin typeface="Constantia" panose="02030602050306030303" pitchFamily="18" charset="0"/>
              </a:rPr>
              <a:t>VanLehn</a:t>
            </a:r>
            <a:br>
              <a:rPr lang="en-US" dirty="0">
                <a:latin typeface="Constantia" panose="02030602050306030303" pitchFamily="18" charset="0"/>
              </a:rPr>
            </a:br>
            <a:endParaRPr lang="en-US" dirty="0">
              <a:latin typeface="Constantia" panose="02030602050306030303" pitchFamily="18" charset="0"/>
            </a:endParaRPr>
          </a:p>
          <a:p>
            <a:pPr>
              <a:buNone/>
            </a:pPr>
            <a:r>
              <a:rPr lang="en-US" b="1" dirty="0">
                <a:latin typeface="Constantia" panose="02030602050306030303" pitchFamily="18" charset="0"/>
              </a:rPr>
              <a:t>Journal:</a:t>
            </a:r>
            <a:r>
              <a:rPr lang="en-US" dirty="0">
                <a:latin typeface="Constantia" panose="02030602050306030303" pitchFamily="18" charset="0"/>
              </a:rPr>
              <a:t> International Journal of Artificial Intelligence in Education</a:t>
            </a:r>
            <a:br>
              <a:rPr lang="en-US" dirty="0">
                <a:latin typeface="Constantia" panose="02030602050306030303" pitchFamily="18" charset="0"/>
              </a:rPr>
            </a:br>
            <a:endParaRPr lang="en-US" dirty="0">
              <a:latin typeface="Constantia" panose="02030602050306030303" pitchFamily="18" charset="0"/>
            </a:endParaRPr>
          </a:p>
          <a:p>
            <a:pPr>
              <a:buNone/>
            </a:pPr>
            <a:r>
              <a:rPr lang="en-US" b="1" dirty="0">
                <a:latin typeface="Constantia" panose="02030602050306030303" pitchFamily="18" charset="0"/>
              </a:rPr>
              <a:t>Year:</a:t>
            </a:r>
            <a:r>
              <a:rPr lang="en-US" dirty="0">
                <a:latin typeface="Constantia" panose="02030602050306030303" pitchFamily="18" charset="0"/>
              </a:rPr>
              <a:t> 2016</a:t>
            </a:r>
            <a:br>
              <a:rPr lang="en-US" dirty="0">
                <a:latin typeface="Constantia" panose="02030602050306030303" pitchFamily="18" charset="0"/>
              </a:rPr>
            </a:br>
            <a:endParaRPr lang="en-US" dirty="0">
              <a:latin typeface="Constantia" panose="02030602050306030303" pitchFamily="18" charset="0"/>
            </a:endParaRPr>
          </a:p>
          <a:p>
            <a:pPr>
              <a:buNone/>
            </a:pPr>
            <a:r>
              <a:rPr lang="en-US" b="1" dirty="0">
                <a:latin typeface="Constantia" panose="02030602050306030303" pitchFamily="18" charset="0"/>
              </a:rPr>
              <a:t>DOI:</a:t>
            </a:r>
            <a:r>
              <a:rPr lang="en-US" dirty="0">
                <a:latin typeface="Constantia" panose="02030602050306030303" pitchFamily="18" charset="0"/>
              </a:rPr>
              <a:t> 10.1007/s40593-016-0107-2</a:t>
            </a:r>
          </a:p>
          <a:p>
            <a:pPr>
              <a:buNone/>
            </a:pPr>
            <a:endParaRPr lang="en-US" b="1" dirty="0">
              <a:latin typeface="Constantia" panose="02030602050306030303" pitchFamily="18" charset="0"/>
            </a:endParaRPr>
          </a:p>
          <a:p>
            <a:pPr>
              <a:buNone/>
            </a:pPr>
            <a:r>
              <a:rPr lang="en-US" b="1" dirty="0">
                <a:latin typeface="Constantia" panose="02030602050306030303" pitchFamily="18" charset="0"/>
              </a:rPr>
              <a:t>Problem Defined:</a:t>
            </a:r>
            <a:br>
              <a:rPr lang="en-US" dirty="0">
                <a:latin typeface="Constantia" panose="02030602050306030303" pitchFamily="18" charset="0"/>
              </a:rPr>
            </a:br>
            <a:r>
              <a:rPr lang="en-US" dirty="0">
                <a:latin typeface="Constantia" panose="02030602050306030303" pitchFamily="18" charset="0"/>
              </a:rPr>
              <a:t>	Students face difficulties understanding programming errors due to lack of personalized guidance.</a:t>
            </a:r>
          </a:p>
          <a:p>
            <a:pPr>
              <a:buNone/>
            </a:pPr>
            <a:endParaRPr lang="en-US" b="1" dirty="0">
              <a:latin typeface="Constantia" panose="02030602050306030303" pitchFamily="18" charset="0"/>
            </a:endParaRPr>
          </a:p>
          <a:p>
            <a:pPr>
              <a:buNone/>
            </a:pPr>
            <a:r>
              <a:rPr lang="en-US" b="1" dirty="0">
                <a:latin typeface="Constantia" panose="02030602050306030303" pitchFamily="18" charset="0"/>
              </a:rPr>
              <a:t>Method / Approach:</a:t>
            </a:r>
            <a:br>
              <a:rPr lang="en-US" dirty="0">
                <a:latin typeface="Constantia" panose="02030602050306030303" pitchFamily="18" charset="0"/>
              </a:rPr>
            </a:br>
            <a:r>
              <a:rPr lang="en-US" dirty="0">
                <a:latin typeface="Constantia" panose="02030602050306030303" pitchFamily="18" charset="0"/>
              </a:rPr>
              <a:t>	Uses AI-driven tutoring systems to provide adaptive feedback based on learner behavior.</a:t>
            </a:r>
          </a:p>
          <a:p>
            <a:pPr>
              <a:buNone/>
            </a:pPr>
            <a:endParaRPr lang="en-US" b="1" dirty="0">
              <a:latin typeface="Constantia" panose="02030602050306030303" pitchFamily="18" charset="0"/>
            </a:endParaRPr>
          </a:p>
          <a:p>
            <a:pPr>
              <a:buNone/>
            </a:pPr>
            <a:r>
              <a:rPr lang="en-US" b="1" dirty="0">
                <a:latin typeface="Constantia" panose="02030602050306030303" pitchFamily="18" charset="0"/>
              </a:rPr>
              <a:t>Key Findings:</a:t>
            </a:r>
            <a:br>
              <a:rPr lang="en-US" dirty="0">
                <a:latin typeface="Constantia" panose="02030602050306030303" pitchFamily="18" charset="0"/>
              </a:rPr>
            </a:br>
            <a:r>
              <a:rPr lang="en-US" dirty="0">
                <a:latin typeface="Constantia" panose="02030602050306030303" pitchFamily="18" charset="0"/>
              </a:rPr>
              <a:t>	Personalized explanations significantly improve student learning outcomes.</a:t>
            </a:r>
          </a:p>
          <a:p>
            <a:pPr>
              <a:buNone/>
            </a:pPr>
            <a:endParaRPr lang="en-US" b="1" dirty="0">
              <a:latin typeface="Constantia" panose="02030602050306030303" pitchFamily="18" charset="0"/>
            </a:endParaRPr>
          </a:p>
          <a:p>
            <a:pPr>
              <a:buNone/>
            </a:pPr>
            <a:r>
              <a:rPr lang="en-US" b="1" dirty="0">
                <a:latin typeface="Constantia" panose="02030602050306030303" pitchFamily="18" charset="0"/>
              </a:rPr>
              <a:t>Research Gap Identified:</a:t>
            </a:r>
            <a:br>
              <a:rPr lang="en-US" dirty="0">
                <a:latin typeface="Constantia" panose="02030602050306030303" pitchFamily="18" charset="0"/>
              </a:rPr>
            </a:br>
            <a:r>
              <a:rPr lang="en-US" dirty="0">
                <a:latin typeface="Constantia" panose="02030602050306030303" pitchFamily="18" charset="0"/>
              </a:rPr>
              <a:t>	Limited integration with real-time Python debugging environments.</a:t>
            </a:r>
          </a:p>
        </p:txBody>
      </p:sp>
    </p:spTree>
    <p:extLst>
      <p:ext uri="{BB962C8B-B14F-4D97-AF65-F5344CB8AC3E}">
        <p14:creationId xmlns:p14="http://schemas.microsoft.com/office/powerpoint/2010/main" val="26648768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Plain white background Images - Free Download on Freepik">
            <a:extLst>
              <a:ext uri="{FF2B5EF4-FFF2-40B4-BE49-F238E27FC236}">
                <a16:creationId xmlns:a16="http://schemas.microsoft.com/office/drawing/2014/main" id="{09FDB259-6CF5-067B-9648-4B59657EA2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7074"/>
            <a:ext cx="12192000" cy="672385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6999393D-1BC3-38DD-9CB8-F266EBF9F608}"/>
              </a:ext>
            </a:extLst>
          </p:cNvPr>
          <p:cNvSpPr txBox="1"/>
          <p:nvPr/>
        </p:nvSpPr>
        <p:spPr>
          <a:xfrm>
            <a:off x="153649" y="584297"/>
            <a:ext cx="11613629" cy="6247864"/>
          </a:xfrm>
          <a:prstGeom prst="rect">
            <a:avLst/>
          </a:prstGeom>
          <a:noFill/>
        </p:spPr>
        <p:txBody>
          <a:bodyPr wrap="square">
            <a:spAutoFit/>
          </a:bodyPr>
          <a:lstStyle/>
          <a:p>
            <a:pPr>
              <a:buNone/>
            </a:pPr>
            <a:r>
              <a:rPr lang="en-US" sz="2000" b="1" dirty="0">
                <a:latin typeface="Constantia" panose="02030602050306030303" pitchFamily="18" charset="0"/>
              </a:rPr>
              <a:t>Title:</a:t>
            </a:r>
            <a:r>
              <a:rPr lang="en-US" sz="2000" dirty="0">
                <a:latin typeface="Constantia" panose="02030602050306030303" pitchFamily="18" charset="0"/>
              </a:rPr>
              <a:t> Natural Language Processing for Software Error Explanation</a:t>
            </a:r>
            <a:br>
              <a:rPr lang="en-US" sz="2000" dirty="0">
                <a:latin typeface="Constantia" panose="02030602050306030303" pitchFamily="18" charset="0"/>
              </a:rPr>
            </a:br>
            <a:endParaRPr lang="en-US" sz="2000" dirty="0">
              <a:latin typeface="Constantia" panose="02030602050306030303" pitchFamily="18" charset="0"/>
            </a:endParaRPr>
          </a:p>
          <a:p>
            <a:pPr>
              <a:buNone/>
            </a:pPr>
            <a:r>
              <a:rPr lang="en-US" sz="2000" b="1" dirty="0">
                <a:latin typeface="Constantia" panose="02030602050306030303" pitchFamily="18" charset="0"/>
              </a:rPr>
              <a:t>Authors:</a:t>
            </a:r>
            <a:r>
              <a:rPr lang="en-US" sz="2000" dirty="0">
                <a:latin typeface="Constantia" panose="02030602050306030303" pitchFamily="18" charset="0"/>
              </a:rPr>
              <a:t> S. Campbell, T. Nguyen</a:t>
            </a:r>
            <a:br>
              <a:rPr lang="en-US" sz="2000" dirty="0">
                <a:latin typeface="Constantia" panose="02030602050306030303" pitchFamily="18" charset="0"/>
              </a:rPr>
            </a:br>
            <a:endParaRPr lang="en-US" sz="2000" dirty="0">
              <a:latin typeface="Constantia" panose="02030602050306030303" pitchFamily="18" charset="0"/>
            </a:endParaRPr>
          </a:p>
          <a:p>
            <a:pPr>
              <a:buNone/>
            </a:pPr>
            <a:r>
              <a:rPr lang="en-US" sz="2000" b="1" dirty="0">
                <a:latin typeface="Constantia" panose="02030602050306030303" pitchFamily="18" charset="0"/>
              </a:rPr>
              <a:t>Journal:</a:t>
            </a:r>
            <a:r>
              <a:rPr lang="en-US" sz="2000" dirty="0">
                <a:latin typeface="Constantia" panose="02030602050306030303" pitchFamily="18" charset="0"/>
              </a:rPr>
              <a:t> ACM Computing Surveys</a:t>
            </a:r>
            <a:br>
              <a:rPr lang="en-US" sz="2000" dirty="0">
                <a:latin typeface="Constantia" panose="02030602050306030303" pitchFamily="18" charset="0"/>
              </a:rPr>
            </a:br>
            <a:endParaRPr lang="en-US" sz="2000" dirty="0">
              <a:latin typeface="Constantia" panose="02030602050306030303" pitchFamily="18" charset="0"/>
            </a:endParaRPr>
          </a:p>
          <a:p>
            <a:pPr>
              <a:buNone/>
            </a:pPr>
            <a:r>
              <a:rPr lang="en-US" sz="2000" b="1" dirty="0">
                <a:latin typeface="Constantia" panose="02030602050306030303" pitchFamily="18" charset="0"/>
              </a:rPr>
              <a:t>Year:</a:t>
            </a:r>
            <a:r>
              <a:rPr lang="en-US" sz="2000" dirty="0">
                <a:latin typeface="Constantia" panose="02030602050306030303" pitchFamily="18" charset="0"/>
              </a:rPr>
              <a:t> 2019</a:t>
            </a:r>
            <a:br>
              <a:rPr lang="en-US" sz="2000" dirty="0">
                <a:latin typeface="Constantia" panose="02030602050306030303" pitchFamily="18" charset="0"/>
              </a:rPr>
            </a:br>
            <a:endParaRPr lang="en-US" sz="2000" dirty="0">
              <a:latin typeface="Constantia" panose="02030602050306030303" pitchFamily="18" charset="0"/>
            </a:endParaRPr>
          </a:p>
          <a:p>
            <a:pPr>
              <a:buNone/>
            </a:pPr>
            <a:r>
              <a:rPr lang="en-US" sz="2000" b="1" dirty="0">
                <a:latin typeface="Constantia" panose="02030602050306030303" pitchFamily="18" charset="0"/>
              </a:rPr>
              <a:t>DOI:</a:t>
            </a:r>
            <a:r>
              <a:rPr lang="en-US" sz="2000" dirty="0">
                <a:latin typeface="Constantia" panose="02030602050306030303" pitchFamily="18" charset="0"/>
              </a:rPr>
              <a:t> 10.1145/3317550</a:t>
            </a:r>
          </a:p>
          <a:p>
            <a:pPr>
              <a:buNone/>
            </a:pPr>
            <a:endParaRPr lang="en-US" sz="2000" b="1" dirty="0">
              <a:latin typeface="Constantia" panose="02030602050306030303" pitchFamily="18" charset="0"/>
            </a:endParaRPr>
          </a:p>
          <a:p>
            <a:pPr>
              <a:buNone/>
            </a:pPr>
            <a:r>
              <a:rPr lang="en-US" sz="2000" b="1" dirty="0">
                <a:latin typeface="Constantia" panose="02030602050306030303" pitchFamily="18" charset="0"/>
              </a:rPr>
              <a:t>Problem Defined:</a:t>
            </a:r>
            <a:r>
              <a:rPr lang="en-US" sz="2000" dirty="0">
                <a:latin typeface="Constantia" panose="02030602050306030303" pitchFamily="18" charset="0"/>
              </a:rPr>
              <a:t>	Error messages generated by compilers are technical and hard to understand for beginners.</a:t>
            </a:r>
          </a:p>
          <a:p>
            <a:pPr>
              <a:buNone/>
            </a:pPr>
            <a:endParaRPr lang="en-US" sz="2000" b="1" dirty="0">
              <a:latin typeface="Constantia" panose="02030602050306030303" pitchFamily="18" charset="0"/>
            </a:endParaRPr>
          </a:p>
          <a:p>
            <a:pPr>
              <a:buNone/>
            </a:pPr>
            <a:r>
              <a:rPr lang="en-US" sz="2000" b="1" dirty="0">
                <a:latin typeface="Constantia" panose="02030602050306030303" pitchFamily="18" charset="0"/>
              </a:rPr>
              <a:t>Method / Approach: </a:t>
            </a:r>
            <a:r>
              <a:rPr lang="en-US" sz="2000" dirty="0">
                <a:latin typeface="Constantia" panose="02030602050306030303" pitchFamily="18" charset="0"/>
              </a:rPr>
              <a:t>Applies NLP techniques to translate technical error messages into simple natural language explanations.</a:t>
            </a:r>
          </a:p>
          <a:p>
            <a:pPr>
              <a:buNone/>
            </a:pPr>
            <a:endParaRPr lang="en-US" sz="2000" b="1" dirty="0">
              <a:latin typeface="Constantia" panose="02030602050306030303" pitchFamily="18" charset="0"/>
            </a:endParaRPr>
          </a:p>
          <a:p>
            <a:pPr>
              <a:buNone/>
            </a:pPr>
            <a:r>
              <a:rPr lang="en-US" sz="2000" b="1" dirty="0">
                <a:latin typeface="Constantia" panose="02030602050306030303" pitchFamily="18" charset="0"/>
              </a:rPr>
              <a:t>Key Findings:</a:t>
            </a:r>
            <a:r>
              <a:rPr lang="en-US" sz="2000" dirty="0">
                <a:latin typeface="Constantia" panose="02030602050306030303" pitchFamily="18" charset="0"/>
              </a:rPr>
              <a:t>	NLP-based explanations improve comprehension and debugging speed.</a:t>
            </a:r>
          </a:p>
          <a:p>
            <a:pPr>
              <a:buNone/>
            </a:pPr>
            <a:endParaRPr lang="en-US" sz="2000" b="1" dirty="0">
              <a:latin typeface="Constantia" panose="02030602050306030303" pitchFamily="18" charset="0"/>
            </a:endParaRPr>
          </a:p>
          <a:p>
            <a:pPr>
              <a:buNone/>
            </a:pPr>
            <a:r>
              <a:rPr lang="en-US" sz="2000" b="1" dirty="0">
                <a:latin typeface="Constantia" panose="02030602050306030303" pitchFamily="18" charset="0"/>
              </a:rPr>
              <a:t>Research Gap Identified:</a:t>
            </a:r>
            <a:br>
              <a:rPr lang="en-US" sz="2000" dirty="0">
                <a:latin typeface="Constantia" panose="02030602050306030303" pitchFamily="18" charset="0"/>
              </a:rPr>
            </a:br>
            <a:r>
              <a:rPr lang="en-US" sz="2000" dirty="0">
                <a:latin typeface="Constantia" panose="02030602050306030303" pitchFamily="18" charset="0"/>
              </a:rPr>
              <a:t>Does not provide corrective code suggestions or learning feedback.</a:t>
            </a:r>
          </a:p>
        </p:txBody>
      </p:sp>
      <p:sp>
        <p:nvSpPr>
          <p:cNvPr id="4" name="TextBox 3">
            <a:extLst>
              <a:ext uri="{FF2B5EF4-FFF2-40B4-BE49-F238E27FC236}">
                <a16:creationId xmlns:a16="http://schemas.microsoft.com/office/drawing/2014/main" id="{7D861C3C-C3B4-2478-1AA2-DFDF2AA2E75E}"/>
              </a:ext>
            </a:extLst>
          </p:cNvPr>
          <p:cNvSpPr txBox="1"/>
          <p:nvPr/>
        </p:nvSpPr>
        <p:spPr>
          <a:xfrm>
            <a:off x="288561" y="122632"/>
            <a:ext cx="1345367" cy="461665"/>
          </a:xfrm>
          <a:prstGeom prst="rect">
            <a:avLst/>
          </a:prstGeom>
          <a:noFill/>
        </p:spPr>
        <p:txBody>
          <a:bodyPr wrap="square">
            <a:spAutoFit/>
          </a:bodyPr>
          <a:lstStyle/>
          <a:p>
            <a:r>
              <a:rPr lang="en-IN" sz="2400" dirty="0">
                <a:solidFill>
                  <a:schemeClr val="accent1"/>
                </a:solidFill>
                <a:latin typeface="Constantia" panose="02030602050306030303" pitchFamily="18" charset="0"/>
              </a:rPr>
              <a:t>Paper 3</a:t>
            </a:r>
          </a:p>
        </p:txBody>
      </p:sp>
    </p:spTree>
    <p:extLst>
      <p:ext uri="{BB962C8B-B14F-4D97-AF65-F5344CB8AC3E}">
        <p14:creationId xmlns:p14="http://schemas.microsoft.com/office/powerpoint/2010/main" val="23683456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Plain white background Images - Free Download on Freepik">
            <a:extLst>
              <a:ext uri="{FF2B5EF4-FFF2-40B4-BE49-F238E27FC236}">
                <a16:creationId xmlns:a16="http://schemas.microsoft.com/office/drawing/2014/main" id="{B34A8FAB-275A-F35E-0498-3CCE38E730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12192000" cy="6826726"/>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3CF4358D-F883-99A1-F0FF-87C95A72B38A}"/>
              </a:ext>
            </a:extLst>
          </p:cNvPr>
          <p:cNvSpPr>
            <a:spLocks noGrp="1"/>
          </p:cNvSpPr>
          <p:nvPr>
            <p:ph type="ctrTitle"/>
          </p:nvPr>
        </p:nvSpPr>
        <p:spPr>
          <a:xfrm>
            <a:off x="234169" y="0"/>
            <a:ext cx="1609621" cy="543005"/>
          </a:xfrm>
        </p:spPr>
        <p:txBody>
          <a:bodyPr>
            <a:normAutofit/>
          </a:bodyPr>
          <a:lstStyle/>
          <a:p>
            <a:r>
              <a:rPr lang="en-IN" sz="2400" dirty="0">
                <a:solidFill>
                  <a:schemeClr val="accent1"/>
                </a:solidFill>
              </a:rPr>
              <a:t>Paper 4</a:t>
            </a:r>
          </a:p>
        </p:txBody>
      </p:sp>
      <p:sp>
        <p:nvSpPr>
          <p:cNvPr id="8" name="TextBox 7">
            <a:extLst>
              <a:ext uri="{FF2B5EF4-FFF2-40B4-BE49-F238E27FC236}">
                <a16:creationId xmlns:a16="http://schemas.microsoft.com/office/drawing/2014/main" id="{0B983865-560E-2B8D-429B-D46D252E29AB}"/>
              </a:ext>
            </a:extLst>
          </p:cNvPr>
          <p:cNvSpPr txBox="1"/>
          <p:nvPr/>
        </p:nvSpPr>
        <p:spPr>
          <a:xfrm>
            <a:off x="404733" y="543005"/>
            <a:ext cx="10732957" cy="5940088"/>
          </a:xfrm>
          <a:prstGeom prst="rect">
            <a:avLst/>
          </a:prstGeom>
          <a:noFill/>
        </p:spPr>
        <p:txBody>
          <a:bodyPr wrap="square">
            <a:spAutoFit/>
          </a:bodyPr>
          <a:lstStyle/>
          <a:p>
            <a:pPr>
              <a:buNone/>
            </a:pPr>
            <a:r>
              <a:rPr lang="en-IN" sz="2000" b="1" dirty="0">
                <a:latin typeface="Constantia" panose="02030602050306030303" pitchFamily="18" charset="0"/>
              </a:rPr>
              <a:t>Title:</a:t>
            </a:r>
            <a:r>
              <a:rPr lang="en-IN" sz="2000" dirty="0">
                <a:latin typeface="Constantia" panose="02030602050306030303" pitchFamily="18" charset="0"/>
              </a:rPr>
              <a:t> Deep Learning-Based Bug Detection in Python Programs</a:t>
            </a:r>
          </a:p>
          <a:p>
            <a:pPr>
              <a:buNone/>
            </a:pPr>
            <a:endParaRPr lang="en-IN" sz="2000" b="1" dirty="0">
              <a:latin typeface="Constantia" panose="02030602050306030303" pitchFamily="18" charset="0"/>
            </a:endParaRPr>
          </a:p>
          <a:p>
            <a:pPr>
              <a:buNone/>
            </a:pPr>
            <a:r>
              <a:rPr lang="en-IN" sz="2000" b="1" dirty="0">
                <a:latin typeface="Constantia" panose="02030602050306030303" pitchFamily="18" charset="0"/>
              </a:rPr>
              <a:t>Authors:</a:t>
            </a:r>
            <a:r>
              <a:rPr lang="en-IN" sz="2000" dirty="0">
                <a:latin typeface="Constantia" panose="02030602050306030303" pitchFamily="18" charset="0"/>
              </a:rPr>
              <a:t> Y. Li, Z. Wang</a:t>
            </a:r>
          </a:p>
          <a:p>
            <a:pPr>
              <a:buNone/>
            </a:pPr>
            <a:endParaRPr lang="en-IN" sz="2000" b="1" dirty="0">
              <a:latin typeface="Constantia" panose="02030602050306030303" pitchFamily="18" charset="0"/>
            </a:endParaRPr>
          </a:p>
          <a:p>
            <a:pPr>
              <a:buNone/>
            </a:pPr>
            <a:r>
              <a:rPr lang="en-IN" sz="2000" b="1" dirty="0">
                <a:latin typeface="Constantia" panose="02030602050306030303" pitchFamily="18" charset="0"/>
              </a:rPr>
              <a:t>Journal:</a:t>
            </a:r>
            <a:r>
              <a:rPr lang="en-IN" sz="2000" dirty="0">
                <a:latin typeface="Constantia" panose="02030602050306030303" pitchFamily="18" charset="0"/>
              </a:rPr>
              <a:t> IEEE Access</a:t>
            </a:r>
            <a:br>
              <a:rPr lang="en-IN" sz="2000" dirty="0">
                <a:latin typeface="Constantia" panose="02030602050306030303" pitchFamily="18" charset="0"/>
              </a:rPr>
            </a:br>
            <a:r>
              <a:rPr lang="en-IN" sz="2000" b="1" dirty="0">
                <a:latin typeface="Constantia" panose="02030602050306030303" pitchFamily="18" charset="0"/>
              </a:rPr>
              <a:t>Year:</a:t>
            </a:r>
            <a:r>
              <a:rPr lang="en-IN" sz="2000" dirty="0">
                <a:latin typeface="Constantia" panose="02030602050306030303" pitchFamily="18" charset="0"/>
              </a:rPr>
              <a:t> 2020</a:t>
            </a:r>
            <a:br>
              <a:rPr lang="en-IN" sz="2000" dirty="0">
                <a:latin typeface="Constantia" panose="02030602050306030303" pitchFamily="18" charset="0"/>
              </a:rPr>
            </a:br>
            <a:r>
              <a:rPr lang="en-IN" sz="2000" b="1" dirty="0">
                <a:latin typeface="Constantia" panose="02030602050306030303" pitchFamily="18" charset="0"/>
              </a:rPr>
              <a:t>DOI:</a:t>
            </a:r>
            <a:r>
              <a:rPr lang="en-IN" sz="2000" dirty="0">
                <a:latin typeface="Constantia" panose="02030602050306030303" pitchFamily="18" charset="0"/>
              </a:rPr>
              <a:t> 10.1109/ACCESS.2020.2978234</a:t>
            </a:r>
          </a:p>
          <a:p>
            <a:pPr>
              <a:buNone/>
            </a:pPr>
            <a:endParaRPr lang="en-IN" sz="2000" b="1" dirty="0">
              <a:latin typeface="Constantia" panose="02030602050306030303" pitchFamily="18" charset="0"/>
            </a:endParaRPr>
          </a:p>
          <a:p>
            <a:pPr>
              <a:buNone/>
            </a:pPr>
            <a:r>
              <a:rPr lang="en-IN" sz="2000" b="1" dirty="0">
                <a:latin typeface="Constantia" panose="02030602050306030303" pitchFamily="18" charset="0"/>
              </a:rPr>
              <a:t>Problem Defined:</a:t>
            </a:r>
            <a:br>
              <a:rPr lang="en-IN" sz="2000" dirty="0">
                <a:latin typeface="Constantia" panose="02030602050306030303" pitchFamily="18" charset="0"/>
              </a:rPr>
            </a:br>
            <a:r>
              <a:rPr lang="en-IN" sz="2000" dirty="0">
                <a:latin typeface="Constantia" panose="02030602050306030303" pitchFamily="18" charset="0"/>
              </a:rPr>
              <a:t>	Manual bug detection in Python programs is time-consuming and error-prone.</a:t>
            </a:r>
          </a:p>
          <a:p>
            <a:pPr>
              <a:buNone/>
            </a:pPr>
            <a:endParaRPr lang="en-IN" sz="2000" b="1" dirty="0">
              <a:latin typeface="Constantia" panose="02030602050306030303" pitchFamily="18" charset="0"/>
            </a:endParaRPr>
          </a:p>
          <a:p>
            <a:pPr>
              <a:buNone/>
            </a:pPr>
            <a:r>
              <a:rPr lang="en-IN" sz="2000" b="1" dirty="0">
                <a:latin typeface="Constantia" panose="02030602050306030303" pitchFamily="18" charset="0"/>
              </a:rPr>
              <a:t>Method / Approach:</a:t>
            </a:r>
            <a:br>
              <a:rPr lang="en-IN" sz="2000" dirty="0">
                <a:latin typeface="Constantia" panose="02030602050306030303" pitchFamily="18" charset="0"/>
              </a:rPr>
            </a:br>
            <a:r>
              <a:rPr lang="en-IN" sz="2000" dirty="0">
                <a:latin typeface="Constantia" panose="02030602050306030303" pitchFamily="18" charset="0"/>
              </a:rPr>
              <a:t>	Uses deep neural networks to learn syntactic and semantic patterns in Python code.</a:t>
            </a:r>
          </a:p>
          <a:p>
            <a:pPr>
              <a:buNone/>
            </a:pPr>
            <a:endParaRPr lang="en-IN" sz="2000" b="1" dirty="0">
              <a:latin typeface="Constantia" panose="02030602050306030303" pitchFamily="18" charset="0"/>
            </a:endParaRPr>
          </a:p>
          <a:p>
            <a:pPr>
              <a:buNone/>
            </a:pPr>
            <a:r>
              <a:rPr lang="en-IN" sz="2000" b="1" dirty="0">
                <a:latin typeface="Constantia" panose="02030602050306030303" pitchFamily="18" charset="0"/>
              </a:rPr>
              <a:t>Key Findings:</a:t>
            </a:r>
          </a:p>
          <a:p>
            <a:pPr>
              <a:buNone/>
            </a:pPr>
            <a:r>
              <a:rPr lang="en-IN" sz="2000" dirty="0">
                <a:latin typeface="Constantia" panose="02030602050306030303" pitchFamily="18" charset="0"/>
              </a:rPr>
              <a:t>	Deep learning models outperform rule-based systems in bug detection.</a:t>
            </a:r>
          </a:p>
          <a:p>
            <a:pPr>
              <a:buNone/>
            </a:pPr>
            <a:endParaRPr lang="en-IN" sz="2000" b="1" dirty="0">
              <a:latin typeface="Constantia" panose="02030602050306030303" pitchFamily="18" charset="0"/>
            </a:endParaRPr>
          </a:p>
          <a:p>
            <a:pPr>
              <a:buNone/>
            </a:pPr>
            <a:r>
              <a:rPr lang="en-IN" sz="2000" b="1" dirty="0">
                <a:latin typeface="Constantia" panose="02030602050306030303" pitchFamily="18" charset="0"/>
              </a:rPr>
              <a:t>Research Gap Identified:</a:t>
            </a:r>
            <a:br>
              <a:rPr lang="en-IN" sz="2000" dirty="0">
                <a:latin typeface="Constantia" panose="02030602050306030303" pitchFamily="18" charset="0"/>
              </a:rPr>
            </a:br>
            <a:r>
              <a:rPr lang="en-IN" sz="2000" dirty="0">
                <a:latin typeface="Constantia" panose="02030602050306030303" pitchFamily="18" charset="0"/>
              </a:rPr>
              <a:t>	Lacks explanation module for beginners.</a:t>
            </a:r>
          </a:p>
        </p:txBody>
      </p:sp>
    </p:spTree>
    <p:extLst>
      <p:ext uri="{BB962C8B-B14F-4D97-AF65-F5344CB8AC3E}">
        <p14:creationId xmlns:p14="http://schemas.microsoft.com/office/powerpoint/2010/main" val="2412681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Plain white background Images - Free Download on Freepik">
            <a:extLst>
              <a:ext uri="{FF2B5EF4-FFF2-40B4-BE49-F238E27FC236}">
                <a16:creationId xmlns:a16="http://schemas.microsoft.com/office/drawing/2014/main" id="{C431C2A5-8178-511B-1501-0CC2D8719F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D01996CE-1888-A14E-FA1B-846243BA3DFF}"/>
              </a:ext>
            </a:extLst>
          </p:cNvPr>
          <p:cNvSpPr txBox="1"/>
          <p:nvPr/>
        </p:nvSpPr>
        <p:spPr>
          <a:xfrm>
            <a:off x="303551" y="0"/>
            <a:ext cx="1810062" cy="461665"/>
          </a:xfrm>
          <a:prstGeom prst="rect">
            <a:avLst/>
          </a:prstGeom>
          <a:noFill/>
        </p:spPr>
        <p:txBody>
          <a:bodyPr wrap="square">
            <a:spAutoFit/>
          </a:bodyPr>
          <a:lstStyle/>
          <a:p>
            <a:r>
              <a:rPr lang="en-IN" sz="2400" dirty="0">
                <a:solidFill>
                  <a:schemeClr val="accent1"/>
                </a:solidFill>
                <a:latin typeface="Constantia" panose="02030602050306030303" pitchFamily="18" charset="0"/>
              </a:rPr>
              <a:t>Paper 5</a:t>
            </a:r>
          </a:p>
        </p:txBody>
      </p:sp>
      <p:sp>
        <p:nvSpPr>
          <p:cNvPr id="8" name="TextBox 7">
            <a:extLst>
              <a:ext uri="{FF2B5EF4-FFF2-40B4-BE49-F238E27FC236}">
                <a16:creationId xmlns:a16="http://schemas.microsoft.com/office/drawing/2014/main" id="{9FBD0C90-9449-264D-474C-CD0B48112FF8}"/>
              </a:ext>
            </a:extLst>
          </p:cNvPr>
          <p:cNvSpPr txBox="1"/>
          <p:nvPr/>
        </p:nvSpPr>
        <p:spPr>
          <a:xfrm>
            <a:off x="303551" y="461665"/>
            <a:ext cx="10759190" cy="6247864"/>
          </a:xfrm>
          <a:prstGeom prst="rect">
            <a:avLst/>
          </a:prstGeom>
          <a:noFill/>
        </p:spPr>
        <p:txBody>
          <a:bodyPr wrap="square">
            <a:spAutoFit/>
          </a:bodyPr>
          <a:lstStyle/>
          <a:p>
            <a:pPr>
              <a:buNone/>
            </a:pPr>
            <a:r>
              <a:rPr lang="en-US" sz="2000" b="1" dirty="0">
                <a:latin typeface="Constantia" panose="02030602050306030303" pitchFamily="18" charset="0"/>
              </a:rPr>
              <a:t>Title:</a:t>
            </a:r>
            <a:r>
              <a:rPr lang="en-US" sz="2000" dirty="0">
                <a:latin typeface="Constantia" panose="02030602050306030303" pitchFamily="18" charset="0"/>
              </a:rPr>
              <a:t> Program Repair Using Genetic Algorithms</a:t>
            </a:r>
            <a:br>
              <a:rPr lang="en-US" sz="2000" dirty="0">
                <a:latin typeface="Constantia" panose="02030602050306030303" pitchFamily="18" charset="0"/>
              </a:rPr>
            </a:br>
            <a:endParaRPr lang="en-US" sz="2000" dirty="0">
              <a:latin typeface="Constantia" panose="02030602050306030303" pitchFamily="18" charset="0"/>
            </a:endParaRPr>
          </a:p>
          <a:p>
            <a:pPr>
              <a:buNone/>
            </a:pPr>
            <a:r>
              <a:rPr lang="en-US" sz="2000" b="1" dirty="0">
                <a:latin typeface="Constantia" panose="02030602050306030303" pitchFamily="18" charset="0"/>
              </a:rPr>
              <a:t>Authors:</a:t>
            </a:r>
            <a:r>
              <a:rPr lang="en-US" sz="2000" dirty="0">
                <a:latin typeface="Constantia" panose="02030602050306030303" pitchFamily="18" charset="0"/>
              </a:rPr>
              <a:t> W. Weimer, T. Nguyen</a:t>
            </a:r>
            <a:br>
              <a:rPr lang="en-US" sz="2000" dirty="0">
                <a:latin typeface="Constantia" panose="02030602050306030303" pitchFamily="18" charset="0"/>
              </a:rPr>
            </a:br>
            <a:endParaRPr lang="en-US" sz="2000" dirty="0">
              <a:latin typeface="Constantia" panose="02030602050306030303" pitchFamily="18" charset="0"/>
            </a:endParaRPr>
          </a:p>
          <a:p>
            <a:pPr>
              <a:buNone/>
            </a:pPr>
            <a:r>
              <a:rPr lang="en-US" sz="2000" b="1" dirty="0">
                <a:latin typeface="Constantia" panose="02030602050306030303" pitchFamily="18" charset="0"/>
              </a:rPr>
              <a:t>Journal:</a:t>
            </a:r>
            <a:r>
              <a:rPr lang="en-US" sz="2000" dirty="0">
                <a:latin typeface="Constantia" panose="02030602050306030303" pitchFamily="18" charset="0"/>
              </a:rPr>
              <a:t> IEEE Software</a:t>
            </a:r>
            <a:br>
              <a:rPr lang="en-US" sz="2000" dirty="0">
                <a:latin typeface="Constantia" panose="02030602050306030303" pitchFamily="18" charset="0"/>
              </a:rPr>
            </a:br>
            <a:endParaRPr lang="en-US" sz="2000" dirty="0">
              <a:latin typeface="Constantia" panose="02030602050306030303" pitchFamily="18" charset="0"/>
            </a:endParaRPr>
          </a:p>
          <a:p>
            <a:pPr>
              <a:buNone/>
            </a:pPr>
            <a:r>
              <a:rPr lang="en-US" sz="2000" b="1" dirty="0">
                <a:latin typeface="Constantia" panose="02030602050306030303" pitchFamily="18" charset="0"/>
              </a:rPr>
              <a:t>Year:</a:t>
            </a:r>
            <a:r>
              <a:rPr lang="en-US" sz="2000" dirty="0">
                <a:latin typeface="Constantia" panose="02030602050306030303" pitchFamily="18" charset="0"/>
              </a:rPr>
              <a:t> 2017</a:t>
            </a:r>
            <a:br>
              <a:rPr lang="en-US" sz="2000" dirty="0">
                <a:latin typeface="Constantia" panose="02030602050306030303" pitchFamily="18" charset="0"/>
              </a:rPr>
            </a:br>
            <a:r>
              <a:rPr lang="en-US" sz="2000" b="1" dirty="0">
                <a:latin typeface="Constantia" panose="02030602050306030303" pitchFamily="18" charset="0"/>
              </a:rPr>
              <a:t>DOI:</a:t>
            </a:r>
            <a:r>
              <a:rPr lang="en-US" sz="2000" dirty="0">
                <a:latin typeface="Constantia" panose="02030602050306030303" pitchFamily="18" charset="0"/>
              </a:rPr>
              <a:t> 10.1109/MS.2017.2650819</a:t>
            </a:r>
          </a:p>
          <a:p>
            <a:pPr>
              <a:buNone/>
            </a:pPr>
            <a:endParaRPr lang="en-US" sz="2000" b="1" dirty="0">
              <a:latin typeface="Constantia" panose="02030602050306030303" pitchFamily="18" charset="0"/>
            </a:endParaRPr>
          </a:p>
          <a:p>
            <a:pPr>
              <a:buNone/>
            </a:pPr>
            <a:r>
              <a:rPr lang="en-US" sz="2000" b="1" dirty="0">
                <a:latin typeface="Constantia" panose="02030602050306030303" pitchFamily="18" charset="0"/>
              </a:rPr>
              <a:t>Problem Defined:</a:t>
            </a:r>
            <a:br>
              <a:rPr lang="en-US" sz="2000" dirty="0">
                <a:latin typeface="Constantia" panose="02030602050306030303" pitchFamily="18" charset="0"/>
              </a:rPr>
            </a:br>
            <a:r>
              <a:rPr lang="en-US" sz="2000" dirty="0">
                <a:latin typeface="Constantia" panose="02030602050306030303" pitchFamily="18" charset="0"/>
              </a:rPr>
              <a:t>	Fixing bugs manually requires significant human effort.</a:t>
            </a:r>
          </a:p>
          <a:p>
            <a:pPr>
              <a:buNone/>
            </a:pPr>
            <a:endParaRPr lang="en-US" sz="2000" b="1" dirty="0">
              <a:latin typeface="Constantia" panose="02030602050306030303" pitchFamily="18" charset="0"/>
            </a:endParaRPr>
          </a:p>
          <a:p>
            <a:pPr>
              <a:buNone/>
            </a:pPr>
            <a:r>
              <a:rPr lang="en-US" sz="2000" b="1" dirty="0">
                <a:latin typeface="Constantia" panose="02030602050306030303" pitchFamily="18" charset="0"/>
              </a:rPr>
              <a:t>Method / Approach:</a:t>
            </a:r>
            <a:br>
              <a:rPr lang="en-US" sz="2000" dirty="0">
                <a:latin typeface="Constantia" panose="02030602050306030303" pitchFamily="18" charset="0"/>
              </a:rPr>
            </a:br>
            <a:r>
              <a:rPr lang="en-US" sz="2000" dirty="0">
                <a:latin typeface="Constantia" panose="02030602050306030303" pitchFamily="18" charset="0"/>
              </a:rPr>
              <a:t>	Applies genetic algorithms to automatically generate bug fixes.</a:t>
            </a:r>
          </a:p>
          <a:p>
            <a:pPr>
              <a:buNone/>
            </a:pPr>
            <a:endParaRPr lang="en-US" sz="2000" b="1" dirty="0">
              <a:latin typeface="Constantia" panose="02030602050306030303" pitchFamily="18" charset="0"/>
            </a:endParaRPr>
          </a:p>
          <a:p>
            <a:pPr>
              <a:buNone/>
            </a:pPr>
            <a:r>
              <a:rPr lang="en-US" sz="2000" b="1" dirty="0">
                <a:latin typeface="Constantia" panose="02030602050306030303" pitchFamily="18" charset="0"/>
              </a:rPr>
              <a:t>Key Findings:</a:t>
            </a:r>
            <a:br>
              <a:rPr lang="en-US" sz="2000" dirty="0">
                <a:latin typeface="Constantia" panose="02030602050306030303" pitchFamily="18" charset="0"/>
              </a:rPr>
            </a:br>
            <a:r>
              <a:rPr lang="en-US" sz="2000" dirty="0">
                <a:latin typeface="Constantia" panose="02030602050306030303" pitchFamily="18" charset="0"/>
              </a:rPr>
              <a:t>	Automated repair can fix common bugs efficiently.</a:t>
            </a:r>
          </a:p>
          <a:p>
            <a:pPr>
              <a:buNone/>
            </a:pPr>
            <a:endParaRPr lang="en-US" sz="2000" b="1" dirty="0">
              <a:latin typeface="Constantia" panose="02030602050306030303" pitchFamily="18" charset="0"/>
            </a:endParaRPr>
          </a:p>
          <a:p>
            <a:pPr>
              <a:buNone/>
            </a:pPr>
            <a:r>
              <a:rPr lang="en-US" sz="2000" b="1" dirty="0">
                <a:latin typeface="Constantia" panose="02030602050306030303" pitchFamily="18" charset="0"/>
              </a:rPr>
              <a:t>Research Gap Identified:</a:t>
            </a:r>
            <a:br>
              <a:rPr lang="en-US" sz="2000" dirty="0">
                <a:latin typeface="Constantia" panose="02030602050306030303" pitchFamily="18" charset="0"/>
              </a:rPr>
            </a:br>
            <a:r>
              <a:rPr lang="en-US" sz="2000" dirty="0">
                <a:latin typeface="Constantia" panose="02030602050306030303" pitchFamily="18" charset="0"/>
              </a:rPr>
              <a:t>	Not suitable for educational purposes due to lack of explanation.</a:t>
            </a:r>
          </a:p>
        </p:txBody>
      </p:sp>
    </p:spTree>
    <p:extLst>
      <p:ext uri="{BB962C8B-B14F-4D97-AF65-F5344CB8AC3E}">
        <p14:creationId xmlns:p14="http://schemas.microsoft.com/office/powerpoint/2010/main" val="16490587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descr="Plain white background Images - Free Download on Freepik">
            <a:extLst>
              <a:ext uri="{FF2B5EF4-FFF2-40B4-BE49-F238E27FC236}">
                <a16:creationId xmlns:a16="http://schemas.microsoft.com/office/drawing/2014/main" id="{4CD6E481-82C2-A82D-9532-47E7AE96DA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1"/>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57312553-DC5F-99D9-B74B-C4A5B7DE977C}"/>
              </a:ext>
            </a:extLst>
          </p:cNvPr>
          <p:cNvSpPr txBox="1"/>
          <p:nvPr/>
        </p:nvSpPr>
        <p:spPr>
          <a:xfrm>
            <a:off x="303551" y="0"/>
            <a:ext cx="1570219" cy="461665"/>
          </a:xfrm>
          <a:prstGeom prst="rect">
            <a:avLst/>
          </a:prstGeom>
          <a:noFill/>
        </p:spPr>
        <p:txBody>
          <a:bodyPr wrap="square">
            <a:spAutoFit/>
          </a:bodyPr>
          <a:lstStyle/>
          <a:p>
            <a:r>
              <a:rPr lang="en-IN" sz="2400" dirty="0">
                <a:solidFill>
                  <a:schemeClr val="accent1"/>
                </a:solidFill>
                <a:latin typeface="Constantia" panose="02030602050306030303" pitchFamily="18" charset="0"/>
              </a:rPr>
              <a:t>Paper 6</a:t>
            </a:r>
          </a:p>
        </p:txBody>
      </p:sp>
      <p:sp>
        <p:nvSpPr>
          <p:cNvPr id="5" name="TextBox 4">
            <a:extLst>
              <a:ext uri="{FF2B5EF4-FFF2-40B4-BE49-F238E27FC236}">
                <a16:creationId xmlns:a16="http://schemas.microsoft.com/office/drawing/2014/main" id="{53909201-7D87-1F88-C381-B8283EF19A48}"/>
              </a:ext>
            </a:extLst>
          </p:cNvPr>
          <p:cNvSpPr txBox="1"/>
          <p:nvPr/>
        </p:nvSpPr>
        <p:spPr>
          <a:xfrm>
            <a:off x="303551" y="461665"/>
            <a:ext cx="11238875" cy="6247864"/>
          </a:xfrm>
          <a:prstGeom prst="rect">
            <a:avLst/>
          </a:prstGeom>
          <a:noFill/>
        </p:spPr>
        <p:txBody>
          <a:bodyPr wrap="square">
            <a:spAutoFit/>
          </a:bodyPr>
          <a:lstStyle/>
          <a:p>
            <a:pPr>
              <a:buNone/>
            </a:pPr>
            <a:r>
              <a:rPr lang="en-IN" sz="2000" b="1" dirty="0">
                <a:latin typeface="Constantia" panose="02030602050306030303" pitchFamily="18" charset="0"/>
              </a:rPr>
              <a:t>Title:</a:t>
            </a:r>
            <a:r>
              <a:rPr lang="en-IN" sz="2000" dirty="0">
                <a:latin typeface="Constantia" panose="02030602050306030303" pitchFamily="18" charset="0"/>
              </a:rPr>
              <a:t> AI-Assisted Code Debugging Systems</a:t>
            </a:r>
            <a:br>
              <a:rPr lang="en-IN" sz="2000" dirty="0">
                <a:latin typeface="Constantia" panose="02030602050306030303" pitchFamily="18" charset="0"/>
              </a:rPr>
            </a:br>
            <a:endParaRPr lang="en-IN" sz="2000" dirty="0">
              <a:latin typeface="Constantia" panose="02030602050306030303" pitchFamily="18" charset="0"/>
            </a:endParaRPr>
          </a:p>
          <a:p>
            <a:pPr>
              <a:buNone/>
            </a:pPr>
            <a:r>
              <a:rPr lang="en-IN" sz="2000" b="1" dirty="0">
                <a:latin typeface="Constantia" panose="02030602050306030303" pitchFamily="18" charset="0"/>
              </a:rPr>
              <a:t>Authors:</a:t>
            </a:r>
            <a:r>
              <a:rPr lang="en-IN" sz="2000" dirty="0">
                <a:latin typeface="Constantia" panose="02030602050306030303" pitchFamily="18" charset="0"/>
              </a:rPr>
              <a:t> J. Smith, R. Gupta</a:t>
            </a:r>
            <a:br>
              <a:rPr lang="en-IN" sz="2000" dirty="0">
                <a:latin typeface="Constantia" panose="02030602050306030303" pitchFamily="18" charset="0"/>
              </a:rPr>
            </a:br>
            <a:endParaRPr lang="en-IN" sz="2000" dirty="0">
              <a:latin typeface="Constantia" panose="02030602050306030303" pitchFamily="18" charset="0"/>
            </a:endParaRPr>
          </a:p>
          <a:p>
            <a:pPr>
              <a:buNone/>
            </a:pPr>
            <a:r>
              <a:rPr lang="en-IN" sz="2000" b="1" dirty="0">
                <a:latin typeface="Constantia" panose="02030602050306030303" pitchFamily="18" charset="0"/>
              </a:rPr>
              <a:t>Journal:</a:t>
            </a:r>
            <a:r>
              <a:rPr lang="en-IN" sz="2000" dirty="0">
                <a:latin typeface="Constantia" panose="02030602050306030303" pitchFamily="18" charset="0"/>
              </a:rPr>
              <a:t> Springer – Software Engineering Notes</a:t>
            </a:r>
            <a:br>
              <a:rPr lang="en-IN" sz="2000" dirty="0">
                <a:latin typeface="Constantia" panose="02030602050306030303" pitchFamily="18" charset="0"/>
              </a:rPr>
            </a:br>
            <a:endParaRPr lang="en-IN" sz="2000" dirty="0">
              <a:latin typeface="Constantia" panose="02030602050306030303" pitchFamily="18" charset="0"/>
            </a:endParaRPr>
          </a:p>
          <a:p>
            <a:pPr>
              <a:buNone/>
            </a:pPr>
            <a:r>
              <a:rPr lang="en-IN" sz="2000" b="1" dirty="0">
                <a:latin typeface="Constantia" panose="02030602050306030303" pitchFamily="18" charset="0"/>
              </a:rPr>
              <a:t>Year:</a:t>
            </a:r>
            <a:r>
              <a:rPr lang="en-IN" sz="2000" dirty="0">
                <a:latin typeface="Constantia" panose="02030602050306030303" pitchFamily="18" charset="0"/>
              </a:rPr>
              <a:t> 2021</a:t>
            </a:r>
            <a:br>
              <a:rPr lang="en-IN" sz="2000" dirty="0">
                <a:latin typeface="Constantia" panose="02030602050306030303" pitchFamily="18" charset="0"/>
              </a:rPr>
            </a:br>
            <a:r>
              <a:rPr lang="en-IN" sz="2000" b="1" dirty="0">
                <a:latin typeface="Constantia" panose="02030602050306030303" pitchFamily="18" charset="0"/>
              </a:rPr>
              <a:t>DOI:</a:t>
            </a:r>
            <a:r>
              <a:rPr lang="en-IN" sz="2000" dirty="0">
                <a:latin typeface="Constantia" panose="02030602050306030303" pitchFamily="18" charset="0"/>
              </a:rPr>
              <a:t> 10.1007/s10664-021-09945-3</a:t>
            </a:r>
          </a:p>
          <a:p>
            <a:pPr>
              <a:buNone/>
            </a:pPr>
            <a:endParaRPr lang="en-IN" sz="2000" b="1" dirty="0">
              <a:latin typeface="Constantia" panose="02030602050306030303" pitchFamily="18" charset="0"/>
            </a:endParaRPr>
          </a:p>
          <a:p>
            <a:pPr>
              <a:buNone/>
            </a:pPr>
            <a:r>
              <a:rPr lang="en-IN" sz="2000" b="1" dirty="0">
                <a:latin typeface="Constantia" panose="02030602050306030303" pitchFamily="18" charset="0"/>
              </a:rPr>
              <a:t>Problem Defined:</a:t>
            </a:r>
            <a:br>
              <a:rPr lang="en-IN" sz="2000" dirty="0">
                <a:latin typeface="Constantia" panose="02030602050306030303" pitchFamily="18" charset="0"/>
              </a:rPr>
            </a:br>
            <a:r>
              <a:rPr lang="en-IN" sz="2000" dirty="0">
                <a:latin typeface="Constantia" panose="02030602050306030303" pitchFamily="18" charset="0"/>
              </a:rPr>
              <a:t>	Existing debuggers focus on professionals, not beginners.</a:t>
            </a:r>
          </a:p>
          <a:p>
            <a:pPr>
              <a:buNone/>
            </a:pPr>
            <a:endParaRPr lang="en-IN" sz="2000" b="1" dirty="0">
              <a:latin typeface="Constantia" panose="02030602050306030303" pitchFamily="18" charset="0"/>
            </a:endParaRPr>
          </a:p>
          <a:p>
            <a:pPr>
              <a:buNone/>
            </a:pPr>
            <a:r>
              <a:rPr lang="en-IN" sz="2000" b="1" dirty="0">
                <a:latin typeface="Constantia" panose="02030602050306030303" pitchFamily="18" charset="0"/>
              </a:rPr>
              <a:t>Method / Approach:</a:t>
            </a:r>
            <a:br>
              <a:rPr lang="en-IN" sz="2000" dirty="0">
                <a:latin typeface="Constantia" panose="02030602050306030303" pitchFamily="18" charset="0"/>
              </a:rPr>
            </a:br>
            <a:r>
              <a:rPr lang="en-IN" sz="2000" dirty="0">
                <a:latin typeface="Constantia" panose="02030602050306030303" pitchFamily="18" charset="0"/>
              </a:rPr>
              <a:t>	Introduces AI-based assistants that </a:t>
            </a:r>
            <a:r>
              <a:rPr lang="en-IN" sz="2000" dirty="0" err="1">
                <a:latin typeface="Constantia" panose="02030602050306030303" pitchFamily="18" charset="0"/>
              </a:rPr>
              <a:t>analyze</a:t>
            </a:r>
            <a:r>
              <a:rPr lang="en-IN" sz="2000" dirty="0">
                <a:latin typeface="Constantia" panose="02030602050306030303" pitchFamily="18" charset="0"/>
              </a:rPr>
              <a:t> code </a:t>
            </a:r>
            <a:r>
              <a:rPr lang="en-IN" sz="2000" dirty="0" err="1">
                <a:latin typeface="Constantia" panose="02030602050306030303" pitchFamily="18" charset="0"/>
              </a:rPr>
              <a:t>behavior</a:t>
            </a:r>
            <a:r>
              <a:rPr lang="en-IN" sz="2000" dirty="0">
                <a:latin typeface="Constantia" panose="02030602050306030303" pitchFamily="18" charset="0"/>
              </a:rPr>
              <a:t> and error patterns.</a:t>
            </a:r>
          </a:p>
          <a:p>
            <a:pPr>
              <a:buNone/>
            </a:pPr>
            <a:endParaRPr lang="en-IN" sz="2000" b="1" dirty="0">
              <a:latin typeface="Constantia" panose="02030602050306030303" pitchFamily="18" charset="0"/>
            </a:endParaRPr>
          </a:p>
          <a:p>
            <a:pPr>
              <a:buNone/>
            </a:pPr>
            <a:r>
              <a:rPr lang="en-IN" sz="2000" b="1" dirty="0">
                <a:latin typeface="Constantia" panose="02030602050306030303" pitchFamily="18" charset="0"/>
              </a:rPr>
              <a:t>Key Findings:</a:t>
            </a:r>
            <a:br>
              <a:rPr lang="en-IN" sz="2000" dirty="0">
                <a:latin typeface="Constantia" panose="02030602050306030303" pitchFamily="18" charset="0"/>
              </a:rPr>
            </a:br>
            <a:r>
              <a:rPr lang="en-IN" sz="2000" dirty="0">
                <a:latin typeface="Constantia" panose="02030602050306030303" pitchFamily="18" charset="0"/>
              </a:rPr>
              <a:t>	AI assistants improve debugging efficiency.</a:t>
            </a:r>
          </a:p>
          <a:p>
            <a:pPr>
              <a:buNone/>
            </a:pPr>
            <a:endParaRPr lang="en-IN" sz="2000" b="1" dirty="0">
              <a:latin typeface="Constantia" panose="02030602050306030303" pitchFamily="18" charset="0"/>
            </a:endParaRPr>
          </a:p>
          <a:p>
            <a:pPr>
              <a:buNone/>
            </a:pPr>
            <a:r>
              <a:rPr lang="en-IN" sz="2000" b="1" dirty="0">
                <a:latin typeface="Constantia" panose="02030602050306030303" pitchFamily="18" charset="0"/>
              </a:rPr>
              <a:t>Research Gap Identified:</a:t>
            </a:r>
            <a:br>
              <a:rPr lang="en-IN" sz="2000" dirty="0">
                <a:latin typeface="Constantia" panose="02030602050306030303" pitchFamily="18" charset="0"/>
              </a:rPr>
            </a:br>
            <a:r>
              <a:rPr lang="en-IN" sz="2000" dirty="0">
                <a:latin typeface="Constantia" panose="02030602050306030303" pitchFamily="18" charset="0"/>
              </a:rPr>
              <a:t>	User interface complexity for novice programmers.</a:t>
            </a:r>
          </a:p>
        </p:txBody>
      </p:sp>
    </p:spTree>
    <p:extLst>
      <p:ext uri="{BB962C8B-B14F-4D97-AF65-F5344CB8AC3E}">
        <p14:creationId xmlns:p14="http://schemas.microsoft.com/office/powerpoint/2010/main" val="40660799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descr="Plain white background Images - Free Download on Freepik">
            <a:extLst>
              <a:ext uri="{FF2B5EF4-FFF2-40B4-BE49-F238E27FC236}">
                <a16:creationId xmlns:a16="http://schemas.microsoft.com/office/drawing/2014/main" id="{E457286E-2C6C-CA28-8709-F6674C8C9E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3"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A89FAA9C-C2E9-3201-A462-F31AC04FC342}"/>
              </a:ext>
            </a:extLst>
          </p:cNvPr>
          <p:cNvSpPr>
            <a:spLocks noGrp="1"/>
          </p:cNvSpPr>
          <p:nvPr>
            <p:ph type="title"/>
          </p:nvPr>
        </p:nvSpPr>
        <p:spPr>
          <a:xfrm>
            <a:off x="389744" y="314794"/>
            <a:ext cx="6911091" cy="448284"/>
          </a:xfrm>
        </p:spPr>
        <p:txBody>
          <a:bodyPr>
            <a:normAutofit fontScale="90000"/>
          </a:bodyPr>
          <a:lstStyle/>
          <a:p>
            <a:r>
              <a:rPr lang="en-IN" dirty="0">
                <a:solidFill>
                  <a:schemeClr val="accent1"/>
                </a:solidFill>
              </a:rPr>
              <a:t>System Architecture:</a:t>
            </a:r>
          </a:p>
        </p:txBody>
      </p:sp>
      <p:sp>
        <p:nvSpPr>
          <p:cNvPr id="3" name="Content Placeholder 2">
            <a:extLst>
              <a:ext uri="{FF2B5EF4-FFF2-40B4-BE49-F238E27FC236}">
                <a16:creationId xmlns:a16="http://schemas.microsoft.com/office/drawing/2014/main" id="{BA93AB4A-12AE-C191-2DFA-891291B54306}"/>
              </a:ext>
            </a:extLst>
          </p:cNvPr>
          <p:cNvSpPr>
            <a:spLocks noGrp="1"/>
          </p:cNvSpPr>
          <p:nvPr>
            <p:ph sz="quarter" idx="13"/>
          </p:nvPr>
        </p:nvSpPr>
        <p:spPr/>
        <p:txBody>
          <a:bodyPr/>
          <a:lstStyle/>
          <a:p>
            <a:endParaRPr lang="en-IN"/>
          </a:p>
        </p:txBody>
      </p:sp>
      <p:pic>
        <p:nvPicPr>
          <p:cNvPr id="5" name="Picture 4">
            <a:extLst>
              <a:ext uri="{FF2B5EF4-FFF2-40B4-BE49-F238E27FC236}">
                <a16:creationId xmlns:a16="http://schemas.microsoft.com/office/drawing/2014/main" id="{98E46F5A-2D24-72AC-227F-CE44408EEBC2}"/>
              </a:ext>
            </a:extLst>
          </p:cNvPr>
          <p:cNvPicPr>
            <a:picLocks noChangeAspect="1"/>
          </p:cNvPicPr>
          <p:nvPr/>
        </p:nvPicPr>
        <p:blipFill>
          <a:blip r:embed="rId3"/>
          <a:stretch>
            <a:fillRect/>
          </a:stretch>
        </p:blipFill>
        <p:spPr>
          <a:xfrm>
            <a:off x="689548" y="1066801"/>
            <a:ext cx="10693608" cy="5319010"/>
          </a:xfrm>
          <a:prstGeom prst="rect">
            <a:avLst/>
          </a:prstGeom>
        </p:spPr>
      </p:pic>
    </p:spTree>
    <p:extLst>
      <p:ext uri="{BB962C8B-B14F-4D97-AF65-F5344CB8AC3E}">
        <p14:creationId xmlns:p14="http://schemas.microsoft.com/office/powerpoint/2010/main" val="28686418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descr="Plain white background Images - Free Download on Freepik">
            <a:extLst>
              <a:ext uri="{FF2B5EF4-FFF2-40B4-BE49-F238E27FC236}">
                <a16:creationId xmlns:a16="http://schemas.microsoft.com/office/drawing/2014/main" id="{BAEEE276-1E18-3A0A-92F3-1B11D8A770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59DF2453-D21B-0D08-1990-9B4619207A62}"/>
              </a:ext>
            </a:extLst>
          </p:cNvPr>
          <p:cNvSpPr>
            <a:spLocks noGrp="1"/>
          </p:cNvSpPr>
          <p:nvPr>
            <p:ph type="ctrTitle"/>
          </p:nvPr>
        </p:nvSpPr>
        <p:spPr>
          <a:xfrm>
            <a:off x="237005" y="191514"/>
            <a:ext cx="6538549" cy="812828"/>
          </a:xfrm>
        </p:spPr>
        <p:txBody>
          <a:bodyPr>
            <a:normAutofit/>
          </a:bodyPr>
          <a:lstStyle/>
          <a:p>
            <a:r>
              <a:rPr lang="en-IN" sz="4000" dirty="0" err="1">
                <a:solidFill>
                  <a:schemeClr val="accent1"/>
                </a:solidFill>
              </a:rPr>
              <a:t>Usecase</a:t>
            </a:r>
            <a:r>
              <a:rPr lang="en-IN" sz="4000" dirty="0">
                <a:solidFill>
                  <a:schemeClr val="accent1"/>
                </a:solidFill>
              </a:rPr>
              <a:t> Diagram</a:t>
            </a:r>
          </a:p>
        </p:txBody>
      </p:sp>
      <p:sp>
        <p:nvSpPr>
          <p:cNvPr id="3" name="Subtitle 2">
            <a:extLst>
              <a:ext uri="{FF2B5EF4-FFF2-40B4-BE49-F238E27FC236}">
                <a16:creationId xmlns:a16="http://schemas.microsoft.com/office/drawing/2014/main" id="{8C0257DD-ECBB-FC93-EE13-17EF29DFB7EA}"/>
              </a:ext>
            </a:extLst>
          </p:cNvPr>
          <p:cNvSpPr>
            <a:spLocks noGrp="1"/>
          </p:cNvSpPr>
          <p:nvPr>
            <p:ph type="subTitle" idx="1"/>
          </p:nvPr>
        </p:nvSpPr>
        <p:spPr>
          <a:xfrm>
            <a:off x="1751012" y="3886200"/>
            <a:ext cx="1187060" cy="266075"/>
          </a:xfrm>
        </p:spPr>
        <p:txBody>
          <a:bodyPr>
            <a:normAutofit fontScale="47500" lnSpcReduction="20000"/>
          </a:bodyPr>
          <a:lstStyle/>
          <a:p>
            <a:endParaRPr lang="en-IN" dirty="0"/>
          </a:p>
        </p:txBody>
      </p:sp>
      <p:pic>
        <p:nvPicPr>
          <p:cNvPr id="5" name="Picture 4">
            <a:extLst>
              <a:ext uri="{FF2B5EF4-FFF2-40B4-BE49-F238E27FC236}">
                <a16:creationId xmlns:a16="http://schemas.microsoft.com/office/drawing/2014/main" id="{9F5970A8-F72D-039A-82A3-330CE44F9F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19198" y="1004342"/>
            <a:ext cx="7759910" cy="5801535"/>
          </a:xfrm>
          <a:prstGeom prst="rect">
            <a:avLst/>
          </a:prstGeom>
        </p:spPr>
      </p:pic>
    </p:spTree>
    <p:extLst>
      <p:ext uri="{BB962C8B-B14F-4D97-AF65-F5344CB8AC3E}">
        <p14:creationId xmlns:p14="http://schemas.microsoft.com/office/powerpoint/2010/main" val="5233008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6" name="Picture 4" descr="Plain white background Images - Free Download on Freepik">
            <a:extLst>
              <a:ext uri="{FF2B5EF4-FFF2-40B4-BE49-F238E27FC236}">
                <a16:creationId xmlns:a16="http://schemas.microsoft.com/office/drawing/2014/main" id="{5869DA17-0547-29FD-FA2E-319E5CBE42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pic>
        <p:nvPicPr>
          <p:cNvPr id="13314" name="Picture 2" descr="Plain white background Images - Free Download on Freepik">
            <a:extLst>
              <a:ext uri="{FF2B5EF4-FFF2-40B4-BE49-F238E27FC236}">
                <a16:creationId xmlns:a16="http://schemas.microsoft.com/office/drawing/2014/main" id="{9238B5FC-974D-D36E-EFD9-0040C37BEA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43538" y="2814638"/>
            <a:ext cx="1304925" cy="122872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F792A4AA-AB0C-CEC0-7308-861F5BA78F57}"/>
              </a:ext>
            </a:extLst>
          </p:cNvPr>
          <p:cNvSpPr>
            <a:spLocks noGrp="1"/>
          </p:cNvSpPr>
          <p:nvPr>
            <p:ph type="title"/>
          </p:nvPr>
        </p:nvSpPr>
        <p:spPr>
          <a:xfrm>
            <a:off x="443770" y="96361"/>
            <a:ext cx="5651917" cy="970440"/>
          </a:xfrm>
        </p:spPr>
        <p:txBody>
          <a:bodyPr/>
          <a:lstStyle/>
          <a:p>
            <a:r>
              <a:rPr lang="en-IN" dirty="0">
                <a:solidFill>
                  <a:schemeClr val="accent1"/>
                </a:solidFill>
              </a:rPr>
              <a:t>Class Diagram</a:t>
            </a:r>
          </a:p>
        </p:txBody>
      </p:sp>
      <p:pic>
        <p:nvPicPr>
          <p:cNvPr id="5" name="Content Placeholder 4">
            <a:extLst>
              <a:ext uri="{FF2B5EF4-FFF2-40B4-BE49-F238E27FC236}">
                <a16:creationId xmlns:a16="http://schemas.microsoft.com/office/drawing/2014/main" id="{6355643F-3F5A-B653-AAAC-EF5FDFDA19CE}"/>
              </a:ext>
            </a:extLst>
          </p:cNvPr>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554636" y="1214203"/>
            <a:ext cx="9833547" cy="4871804"/>
          </a:xfrm>
          <a:prstGeom prst="rect">
            <a:avLst/>
          </a:prstGeom>
        </p:spPr>
      </p:pic>
    </p:spTree>
    <p:extLst>
      <p:ext uri="{BB962C8B-B14F-4D97-AF65-F5344CB8AC3E}">
        <p14:creationId xmlns:p14="http://schemas.microsoft.com/office/powerpoint/2010/main" val="7040428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descr="Plain white background Images - Free Download on Freepik">
            <a:extLst>
              <a:ext uri="{FF2B5EF4-FFF2-40B4-BE49-F238E27FC236}">
                <a16:creationId xmlns:a16="http://schemas.microsoft.com/office/drawing/2014/main" id="{501DBBD7-2EB0-F300-2B21-C829695AA7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BFA3829A-3918-4613-EC3B-AB227BC838B1}"/>
              </a:ext>
            </a:extLst>
          </p:cNvPr>
          <p:cNvSpPr>
            <a:spLocks noGrp="1"/>
          </p:cNvSpPr>
          <p:nvPr>
            <p:ph type="title"/>
          </p:nvPr>
        </p:nvSpPr>
        <p:spPr>
          <a:xfrm>
            <a:off x="134286" y="92346"/>
            <a:ext cx="6071641" cy="689324"/>
          </a:xfrm>
        </p:spPr>
        <p:txBody>
          <a:bodyPr>
            <a:normAutofit fontScale="90000"/>
          </a:bodyPr>
          <a:lstStyle/>
          <a:p>
            <a:r>
              <a:rPr lang="en-IN" dirty="0">
                <a:solidFill>
                  <a:schemeClr val="accent1"/>
                </a:solidFill>
              </a:rPr>
              <a:t>Sequence  Diagram</a:t>
            </a:r>
            <a:br>
              <a:rPr lang="en-IN" dirty="0">
                <a:solidFill>
                  <a:schemeClr val="accent1"/>
                </a:solidFill>
              </a:rPr>
            </a:br>
            <a:endParaRPr lang="en-IN" dirty="0">
              <a:solidFill>
                <a:schemeClr val="accent1"/>
              </a:solidFill>
            </a:endParaRPr>
          </a:p>
        </p:txBody>
      </p:sp>
      <p:pic>
        <p:nvPicPr>
          <p:cNvPr id="5" name="Content Placeholder 4">
            <a:extLst>
              <a:ext uri="{FF2B5EF4-FFF2-40B4-BE49-F238E27FC236}">
                <a16:creationId xmlns:a16="http://schemas.microsoft.com/office/drawing/2014/main" id="{B0FEFBA7-5082-708F-3C58-C6A7AEF53149}"/>
              </a:ext>
            </a:extLst>
          </p:cNvPr>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764498" y="781670"/>
            <a:ext cx="8379501" cy="5983984"/>
          </a:xfrm>
          <a:prstGeom prst="rect">
            <a:avLst/>
          </a:prstGeom>
        </p:spPr>
      </p:pic>
    </p:spTree>
    <p:extLst>
      <p:ext uri="{BB962C8B-B14F-4D97-AF65-F5344CB8AC3E}">
        <p14:creationId xmlns:p14="http://schemas.microsoft.com/office/powerpoint/2010/main" val="11364962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descr="Plain white background Images - Free Download on Freepik">
            <a:extLst>
              <a:ext uri="{FF2B5EF4-FFF2-40B4-BE49-F238E27FC236}">
                <a16:creationId xmlns:a16="http://schemas.microsoft.com/office/drawing/2014/main" id="{5EE769AD-A47D-3DC9-6C66-919BB51D6D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A118BEDA-2AB9-CAB6-63AF-E2B1E1A379D2}"/>
              </a:ext>
            </a:extLst>
          </p:cNvPr>
          <p:cNvSpPr>
            <a:spLocks noGrp="1"/>
          </p:cNvSpPr>
          <p:nvPr>
            <p:ph type="title"/>
          </p:nvPr>
        </p:nvSpPr>
        <p:spPr>
          <a:xfrm>
            <a:off x="119297" y="126341"/>
            <a:ext cx="5756848" cy="683128"/>
          </a:xfrm>
        </p:spPr>
        <p:txBody>
          <a:bodyPr>
            <a:normAutofit/>
          </a:bodyPr>
          <a:lstStyle/>
          <a:p>
            <a:r>
              <a:rPr lang="en-IN" dirty="0">
                <a:solidFill>
                  <a:schemeClr val="accent1"/>
                </a:solidFill>
              </a:rPr>
              <a:t>Activity diagram</a:t>
            </a:r>
          </a:p>
        </p:txBody>
      </p:sp>
      <p:pic>
        <p:nvPicPr>
          <p:cNvPr id="5" name="Content Placeholder 4">
            <a:extLst>
              <a:ext uri="{FF2B5EF4-FFF2-40B4-BE49-F238E27FC236}">
                <a16:creationId xmlns:a16="http://schemas.microsoft.com/office/drawing/2014/main" id="{F1B8EBFA-E64F-49AE-BA4D-B56A7A077F50}"/>
              </a:ext>
            </a:extLst>
          </p:cNvPr>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4871804" y="284813"/>
            <a:ext cx="4121029" cy="6220918"/>
          </a:xfrm>
          <a:prstGeom prst="rect">
            <a:avLst/>
          </a:prstGeom>
        </p:spPr>
      </p:pic>
    </p:spTree>
    <p:extLst>
      <p:ext uri="{BB962C8B-B14F-4D97-AF65-F5344CB8AC3E}">
        <p14:creationId xmlns:p14="http://schemas.microsoft.com/office/powerpoint/2010/main" val="31908412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descr="Plain white background Images - Free Download on Freepik">
            <a:extLst>
              <a:ext uri="{FF2B5EF4-FFF2-40B4-BE49-F238E27FC236}">
                <a16:creationId xmlns:a16="http://schemas.microsoft.com/office/drawing/2014/main" id="{8FF92A8B-A6F3-8572-2BDB-0424BF4FF7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5A65FEDA-E004-2464-EE18-84853A79113C}"/>
              </a:ext>
            </a:extLst>
          </p:cNvPr>
          <p:cNvSpPr>
            <a:spLocks noGrp="1"/>
          </p:cNvSpPr>
          <p:nvPr>
            <p:ph type="title"/>
          </p:nvPr>
        </p:nvSpPr>
        <p:spPr>
          <a:xfrm>
            <a:off x="164268" y="0"/>
            <a:ext cx="7046001" cy="1075372"/>
          </a:xfrm>
        </p:spPr>
        <p:txBody>
          <a:bodyPr>
            <a:normAutofit/>
          </a:bodyPr>
          <a:lstStyle/>
          <a:p>
            <a:r>
              <a:rPr lang="en-IN" dirty="0">
                <a:solidFill>
                  <a:schemeClr val="accent1"/>
                </a:solidFill>
              </a:rPr>
              <a:t>Component diagram</a:t>
            </a:r>
          </a:p>
        </p:txBody>
      </p:sp>
      <p:pic>
        <p:nvPicPr>
          <p:cNvPr id="5" name="Content Placeholder 4">
            <a:extLst>
              <a:ext uri="{FF2B5EF4-FFF2-40B4-BE49-F238E27FC236}">
                <a16:creationId xmlns:a16="http://schemas.microsoft.com/office/drawing/2014/main" id="{3D8F8F71-7635-EA42-7CEA-3F7E245CE5A3}"/>
              </a:ext>
            </a:extLst>
          </p:cNvPr>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1454046" y="1075371"/>
            <a:ext cx="8168543" cy="4680851"/>
          </a:xfrm>
          <a:prstGeom prst="rect">
            <a:avLst/>
          </a:prstGeom>
        </p:spPr>
      </p:pic>
    </p:spTree>
    <p:extLst>
      <p:ext uri="{BB962C8B-B14F-4D97-AF65-F5344CB8AC3E}">
        <p14:creationId xmlns:p14="http://schemas.microsoft.com/office/powerpoint/2010/main" val="16640510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descr="Plain white background Images - Free Download on Freepik">
            <a:extLst>
              <a:ext uri="{FF2B5EF4-FFF2-40B4-BE49-F238E27FC236}">
                <a16:creationId xmlns:a16="http://schemas.microsoft.com/office/drawing/2014/main" id="{E4D3A0A2-111E-9D48-7FC0-B7474DDF84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E1BC7121-313F-AA2A-1769-FFB51AAC8A92}"/>
              </a:ext>
            </a:extLst>
          </p:cNvPr>
          <p:cNvSpPr>
            <a:spLocks noGrp="1"/>
          </p:cNvSpPr>
          <p:nvPr>
            <p:ph type="title"/>
          </p:nvPr>
        </p:nvSpPr>
        <p:spPr>
          <a:xfrm>
            <a:off x="913774" y="119385"/>
            <a:ext cx="5182226" cy="947416"/>
          </a:xfrm>
        </p:spPr>
        <p:txBody>
          <a:bodyPr>
            <a:normAutofit/>
          </a:bodyPr>
          <a:lstStyle/>
          <a:p>
            <a:r>
              <a:rPr lang="en-IN" dirty="0">
                <a:solidFill>
                  <a:schemeClr val="accent1"/>
                </a:solidFill>
              </a:rPr>
              <a:t>State chart diagram</a:t>
            </a:r>
          </a:p>
        </p:txBody>
      </p:sp>
      <p:pic>
        <p:nvPicPr>
          <p:cNvPr id="7" name="Picture 6">
            <a:extLst>
              <a:ext uri="{FF2B5EF4-FFF2-40B4-BE49-F238E27FC236}">
                <a16:creationId xmlns:a16="http://schemas.microsoft.com/office/drawing/2014/main" id="{A4932779-B66A-393A-7C0A-86BB7F758531}"/>
              </a:ext>
            </a:extLst>
          </p:cNvPr>
          <p:cNvPicPr>
            <a:picLocks noChangeAspect="1"/>
          </p:cNvPicPr>
          <p:nvPr/>
        </p:nvPicPr>
        <p:blipFill>
          <a:blip r:embed="rId3"/>
          <a:stretch>
            <a:fillRect/>
          </a:stretch>
        </p:blipFill>
        <p:spPr>
          <a:xfrm>
            <a:off x="1962387" y="1186185"/>
            <a:ext cx="4738216" cy="5334535"/>
          </a:xfrm>
          <a:prstGeom prst="rect">
            <a:avLst/>
          </a:prstGeom>
        </p:spPr>
      </p:pic>
    </p:spTree>
    <p:extLst>
      <p:ext uri="{BB962C8B-B14F-4D97-AF65-F5344CB8AC3E}">
        <p14:creationId xmlns:p14="http://schemas.microsoft.com/office/powerpoint/2010/main" val="18850734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descr="Plain white background Images - Free Download on Freepik">
            <a:extLst>
              <a:ext uri="{FF2B5EF4-FFF2-40B4-BE49-F238E27FC236}">
                <a16:creationId xmlns:a16="http://schemas.microsoft.com/office/drawing/2014/main" id="{975CA285-F3F2-2CBB-20D3-C5C8BDF62D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DA18F438-5C30-34D3-76FB-1B6A6C3649D6}"/>
              </a:ext>
            </a:extLst>
          </p:cNvPr>
          <p:cNvSpPr>
            <a:spLocks noGrp="1"/>
          </p:cNvSpPr>
          <p:nvPr>
            <p:ph type="title"/>
          </p:nvPr>
        </p:nvSpPr>
        <p:spPr>
          <a:xfrm>
            <a:off x="464071" y="216282"/>
            <a:ext cx="6671248" cy="850519"/>
          </a:xfrm>
        </p:spPr>
        <p:txBody>
          <a:bodyPr/>
          <a:lstStyle/>
          <a:p>
            <a:r>
              <a:rPr lang="en-IN" dirty="0">
                <a:solidFill>
                  <a:schemeClr val="accent1"/>
                </a:solidFill>
              </a:rPr>
              <a:t>Deployment diagram</a:t>
            </a:r>
          </a:p>
        </p:txBody>
      </p:sp>
      <p:pic>
        <p:nvPicPr>
          <p:cNvPr id="5" name="Content Placeholder 4">
            <a:extLst>
              <a:ext uri="{FF2B5EF4-FFF2-40B4-BE49-F238E27FC236}">
                <a16:creationId xmlns:a16="http://schemas.microsoft.com/office/drawing/2014/main" id="{321EBC11-AA0C-BB25-17CB-7EA02796B045}"/>
              </a:ext>
            </a:extLst>
          </p:cNvPr>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929390" y="1178279"/>
            <a:ext cx="7433101" cy="5017655"/>
          </a:xfrm>
          <a:prstGeom prst="rect">
            <a:avLst/>
          </a:prstGeom>
        </p:spPr>
      </p:pic>
    </p:spTree>
    <p:extLst>
      <p:ext uri="{BB962C8B-B14F-4D97-AF65-F5344CB8AC3E}">
        <p14:creationId xmlns:p14="http://schemas.microsoft.com/office/powerpoint/2010/main" val="21620192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descr="Plain white background Images - Free Download on Freepik">
            <a:extLst>
              <a:ext uri="{FF2B5EF4-FFF2-40B4-BE49-F238E27FC236}">
                <a16:creationId xmlns:a16="http://schemas.microsoft.com/office/drawing/2014/main" id="{E54F4892-5899-1077-9635-8F93842C90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35E9D712-0F7C-7A1F-938E-924B99677356}"/>
              </a:ext>
            </a:extLst>
          </p:cNvPr>
          <p:cNvSpPr>
            <a:spLocks noGrp="1"/>
          </p:cNvSpPr>
          <p:nvPr>
            <p:ph type="title"/>
          </p:nvPr>
        </p:nvSpPr>
        <p:spPr>
          <a:xfrm>
            <a:off x="718903" y="276243"/>
            <a:ext cx="4767497" cy="790558"/>
          </a:xfrm>
        </p:spPr>
        <p:txBody>
          <a:bodyPr/>
          <a:lstStyle/>
          <a:p>
            <a:r>
              <a:rPr lang="en-IN" dirty="0">
                <a:solidFill>
                  <a:schemeClr val="accent1"/>
                </a:solidFill>
              </a:rPr>
              <a:t>Overview</a:t>
            </a:r>
          </a:p>
        </p:txBody>
      </p:sp>
      <p:sp>
        <p:nvSpPr>
          <p:cNvPr id="7" name="Content Placeholder 6">
            <a:extLst>
              <a:ext uri="{FF2B5EF4-FFF2-40B4-BE49-F238E27FC236}">
                <a16:creationId xmlns:a16="http://schemas.microsoft.com/office/drawing/2014/main" id="{8FF17441-115A-AA9E-E27E-BF733CC87046}"/>
              </a:ext>
            </a:extLst>
          </p:cNvPr>
          <p:cNvSpPr>
            <a:spLocks noGrp="1"/>
          </p:cNvSpPr>
          <p:nvPr>
            <p:ph sz="quarter" idx="13"/>
          </p:nvPr>
        </p:nvSpPr>
        <p:spPr>
          <a:xfrm>
            <a:off x="10478124" y="5969270"/>
            <a:ext cx="1217929" cy="1743719"/>
          </a:xfrm>
        </p:spPr>
        <p:txBody>
          <a:bodyPr/>
          <a:lstStyle/>
          <a:p>
            <a:endParaRPr lang="en-IN" dirty="0"/>
          </a:p>
        </p:txBody>
      </p:sp>
      <p:sp>
        <p:nvSpPr>
          <p:cNvPr id="16" name="Rectangle 9">
            <a:extLst>
              <a:ext uri="{FF2B5EF4-FFF2-40B4-BE49-F238E27FC236}">
                <a16:creationId xmlns:a16="http://schemas.microsoft.com/office/drawing/2014/main" id="{C5FED09C-0EB5-CDE2-7B54-78B13226F949}"/>
              </a:ext>
            </a:extLst>
          </p:cNvPr>
          <p:cNvSpPr>
            <a:spLocks noChangeArrowheads="1"/>
          </p:cNvSpPr>
          <p:nvPr/>
        </p:nvSpPr>
        <p:spPr bwMode="auto">
          <a:xfrm>
            <a:off x="988726" y="1409230"/>
            <a:ext cx="9358944"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Constantia" panose="02030602050306030303"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Constantia" panose="02030602050306030303" pitchFamily="18" charset="0"/>
              </a:rPr>
              <a:t>The </a:t>
            </a:r>
            <a:r>
              <a:rPr kumimoji="0" lang="en-US" altLang="en-US" b="1" i="0" u="none" strike="noStrike" cap="none" normalizeH="0" baseline="0" dirty="0">
                <a:ln>
                  <a:noFill/>
                </a:ln>
                <a:solidFill>
                  <a:schemeClr val="tx1"/>
                </a:solidFill>
                <a:effectLst/>
                <a:latin typeface="Constantia" panose="02030602050306030303" pitchFamily="18" charset="0"/>
              </a:rPr>
              <a:t>Advanced AI-Powered Python Error Analyzer and Debugging Assistant</a:t>
            </a:r>
            <a:r>
              <a:rPr kumimoji="0" lang="en-US" altLang="en-US" b="0" i="0" u="none" strike="noStrike" cap="none" normalizeH="0" baseline="0" dirty="0">
                <a:ln>
                  <a:noFill/>
                </a:ln>
                <a:solidFill>
                  <a:schemeClr val="tx1"/>
                </a:solidFill>
                <a:effectLst/>
                <a:latin typeface="Constantia" panose="02030602050306030303" pitchFamily="18" charset="0"/>
              </a:rPr>
              <a:t> is designed to help beginners understand and fix Python programming errors easily. Many new programmers struggle with technical and confusing error messages, which slows down their learning process. This project solves that problem by using Artificial Intelligence, Machine Learning, and Natural Language Processing to analyze Python code and error messages. The system identifies the root cause of errors and provides simple, human-readable explanations along with suggested fixes and coding tips. It includes a user-friendly web interface where users can enter their code and receive instant feedback. By reducing debugging time and improving clarity, this tool helps beginners learn Python more effectively and confidently.</a:t>
            </a:r>
          </a:p>
        </p:txBody>
      </p:sp>
    </p:spTree>
    <p:extLst>
      <p:ext uri="{BB962C8B-B14F-4D97-AF65-F5344CB8AC3E}">
        <p14:creationId xmlns:p14="http://schemas.microsoft.com/office/powerpoint/2010/main" val="9256687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Plain white background Images - Free Download on Freepik">
            <a:extLst>
              <a:ext uri="{FF2B5EF4-FFF2-40B4-BE49-F238E27FC236}">
                <a16:creationId xmlns:a16="http://schemas.microsoft.com/office/drawing/2014/main" id="{F8376A37-26E8-5D67-0405-762EC891F0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EADDCEDA-3C23-E54F-B956-4895D572FB32}"/>
              </a:ext>
            </a:extLst>
          </p:cNvPr>
          <p:cNvSpPr>
            <a:spLocks noGrp="1"/>
          </p:cNvSpPr>
          <p:nvPr>
            <p:ph type="title"/>
          </p:nvPr>
        </p:nvSpPr>
        <p:spPr>
          <a:xfrm>
            <a:off x="299178" y="183804"/>
            <a:ext cx="3853097" cy="535726"/>
          </a:xfrm>
        </p:spPr>
        <p:txBody>
          <a:bodyPr>
            <a:normAutofit fontScale="90000"/>
          </a:bodyPr>
          <a:lstStyle/>
          <a:p>
            <a:r>
              <a:rPr lang="en-US" dirty="0" err="1">
                <a:solidFill>
                  <a:schemeClr val="accent1"/>
                </a:solidFill>
              </a:rPr>
              <a:t>OUTput</a:t>
            </a:r>
            <a:r>
              <a:rPr lang="en-US" dirty="0">
                <a:solidFill>
                  <a:schemeClr val="accent1"/>
                </a:solidFill>
              </a:rPr>
              <a:t>:</a:t>
            </a:r>
            <a:endParaRPr lang="en-IN" dirty="0">
              <a:solidFill>
                <a:schemeClr val="accent1"/>
              </a:solidFill>
            </a:endParaRPr>
          </a:p>
        </p:txBody>
      </p:sp>
      <p:pic>
        <p:nvPicPr>
          <p:cNvPr id="4" name="Picture 3">
            <a:extLst>
              <a:ext uri="{FF2B5EF4-FFF2-40B4-BE49-F238E27FC236}">
                <a16:creationId xmlns:a16="http://schemas.microsoft.com/office/drawing/2014/main" id="{894055BF-0B0B-A448-B429-E709D47AEF6F}"/>
              </a:ext>
            </a:extLst>
          </p:cNvPr>
          <p:cNvPicPr>
            <a:picLocks noChangeAspect="1"/>
          </p:cNvPicPr>
          <p:nvPr/>
        </p:nvPicPr>
        <p:blipFill>
          <a:blip r:embed="rId3">
            <a:extLst>
              <a:ext uri="{28A0092B-C50C-407E-A947-70E740481C1C}">
                <a14:useLocalDpi xmlns:a14="http://schemas.microsoft.com/office/drawing/2010/main" val="0"/>
              </a:ext>
            </a:extLst>
          </a:blip>
          <a:srcRect l="-132" t="3185"/>
          <a:stretch>
            <a:fillRect/>
          </a:stretch>
        </p:blipFill>
        <p:spPr>
          <a:xfrm>
            <a:off x="391880" y="903334"/>
            <a:ext cx="11408239" cy="5587129"/>
          </a:xfrm>
          <a:prstGeom prst="rect">
            <a:avLst/>
          </a:prstGeom>
        </p:spPr>
      </p:pic>
    </p:spTree>
    <p:extLst>
      <p:ext uri="{BB962C8B-B14F-4D97-AF65-F5344CB8AC3E}">
        <p14:creationId xmlns:p14="http://schemas.microsoft.com/office/powerpoint/2010/main" val="30797677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Plain white background Images - Free Download on Freepik">
            <a:extLst>
              <a:ext uri="{FF2B5EF4-FFF2-40B4-BE49-F238E27FC236}">
                <a16:creationId xmlns:a16="http://schemas.microsoft.com/office/drawing/2014/main" id="{26A5E18B-0E9F-3E44-4355-42D9F20AEB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2EF6EA4E-9DD1-A318-4269-3249069FAE94}"/>
              </a:ext>
            </a:extLst>
          </p:cNvPr>
          <p:cNvPicPr>
            <a:picLocks noChangeAspect="1"/>
          </p:cNvPicPr>
          <p:nvPr/>
        </p:nvPicPr>
        <p:blipFill>
          <a:blip r:embed="rId3">
            <a:extLst>
              <a:ext uri="{28A0092B-C50C-407E-A947-70E740481C1C}">
                <a14:useLocalDpi xmlns:a14="http://schemas.microsoft.com/office/drawing/2010/main" val="0"/>
              </a:ext>
            </a:extLst>
          </a:blip>
          <a:srcRect b="8596"/>
          <a:stretch>
            <a:fillRect/>
          </a:stretch>
        </p:blipFill>
        <p:spPr>
          <a:xfrm>
            <a:off x="474834" y="539647"/>
            <a:ext cx="10762056" cy="5051684"/>
          </a:xfrm>
          <a:prstGeom prst="rect">
            <a:avLst/>
          </a:prstGeom>
        </p:spPr>
      </p:pic>
    </p:spTree>
    <p:extLst>
      <p:ext uri="{BB962C8B-B14F-4D97-AF65-F5344CB8AC3E}">
        <p14:creationId xmlns:p14="http://schemas.microsoft.com/office/powerpoint/2010/main" val="21914293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lain white background Images - Free Download on Freepik">
            <a:extLst>
              <a:ext uri="{FF2B5EF4-FFF2-40B4-BE49-F238E27FC236}">
                <a16:creationId xmlns:a16="http://schemas.microsoft.com/office/drawing/2014/main" id="{4FA2BDE9-B2D1-D7C2-B8B2-C0A4B5CC6B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B3FFFE9F-3124-FCDF-BA25-F8E0F5A1626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7260" y="719529"/>
            <a:ext cx="10700090" cy="4856812"/>
          </a:xfrm>
          <a:prstGeom prst="rect">
            <a:avLst/>
          </a:prstGeom>
        </p:spPr>
      </p:pic>
    </p:spTree>
    <p:extLst>
      <p:ext uri="{BB962C8B-B14F-4D97-AF65-F5344CB8AC3E}">
        <p14:creationId xmlns:p14="http://schemas.microsoft.com/office/powerpoint/2010/main" val="21367568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lain white background Images - Free Download on Freepik">
            <a:extLst>
              <a:ext uri="{FF2B5EF4-FFF2-40B4-BE49-F238E27FC236}">
                <a16:creationId xmlns:a16="http://schemas.microsoft.com/office/drawing/2014/main" id="{23888AC0-4553-0E1E-901D-39CBAA246F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636D72EF-75B6-2415-7BA8-946969D40BB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5669" y="839449"/>
            <a:ext cx="10342042" cy="4931764"/>
          </a:xfrm>
          <a:prstGeom prst="rect">
            <a:avLst/>
          </a:prstGeom>
        </p:spPr>
      </p:pic>
    </p:spTree>
    <p:extLst>
      <p:ext uri="{BB962C8B-B14F-4D97-AF65-F5344CB8AC3E}">
        <p14:creationId xmlns:p14="http://schemas.microsoft.com/office/powerpoint/2010/main" val="20731175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2" descr="Plain white background Images - Free Download on Freepik">
            <a:extLst>
              <a:ext uri="{FF2B5EF4-FFF2-40B4-BE49-F238E27FC236}">
                <a16:creationId xmlns:a16="http://schemas.microsoft.com/office/drawing/2014/main" id="{5DEC054C-0245-FD92-6F78-CE86DD331C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811F2B10-F2A5-A825-B900-F519F71D30C1}"/>
              </a:ext>
            </a:extLst>
          </p:cNvPr>
          <p:cNvSpPr txBox="1"/>
          <p:nvPr/>
        </p:nvSpPr>
        <p:spPr>
          <a:xfrm>
            <a:off x="3838732" y="2475864"/>
            <a:ext cx="4353531" cy="830997"/>
          </a:xfrm>
          <a:prstGeom prst="rect">
            <a:avLst/>
          </a:prstGeom>
          <a:noFill/>
        </p:spPr>
        <p:txBody>
          <a:bodyPr wrap="square">
            <a:spAutoFit/>
          </a:bodyPr>
          <a:lstStyle/>
          <a:p>
            <a:r>
              <a:rPr lang="en-IN" sz="4800" b="1" dirty="0">
                <a:latin typeface="Times New Roman" panose="02020603050405020304" pitchFamily="18" charset="0"/>
                <a:cs typeface="Times New Roman" panose="02020603050405020304" pitchFamily="18" charset="0"/>
              </a:rPr>
              <a:t>THANK YOU</a:t>
            </a:r>
          </a:p>
        </p:txBody>
      </p:sp>
      <p:sp>
        <p:nvSpPr>
          <p:cNvPr id="7" name="TextBox 6">
            <a:extLst>
              <a:ext uri="{FF2B5EF4-FFF2-40B4-BE49-F238E27FC236}">
                <a16:creationId xmlns:a16="http://schemas.microsoft.com/office/drawing/2014/main" id="{0412562B-5DE4-06B3-CA52-D7B6638B353D}"/>
              </a:ext>
            </a:extLst>
          </p:cNvPr>
          <p:cNvSpPr txBox="1"/>
          <p:nvPr/>
        </p:nvSpPr>
        <p:spPr>
          <a:xfrm>
            <a:off x="0" y="3181808"/>
            <a:ext cx="12192000" cy="369332"/>
          </a:xfrm>
          <a:prstGeom prst="rect">
            <a:avLst/>
          </a:prstGeom>
          <a:noFill/>
        </p:spPr>
        <p:txBody>
          <a:bodyPr wrap="square">
            <a:spAutoFit/>
          </a:bodyPr>
          <a:lstStyle/>
          <a:p>
            <a:r>
              <a:rPr lang="en-US" altLang="en-US" b="1" dirty="0" bmk="_Hlk30499946">
                <a:solidFill>
                  <a:srgbClr val="000000"/>
                </a:solidFill>
                <a:latin typeface="Bookman Old Style" panose="02050604050505020204" pitchFamily="18" charset="0"/>
                <a:ea typeface="Times New Roman" panose="02020603050405020304" pitchFamily="18" charset="0"/>
                <a:cs typeface="Arial" panose="020B0604020202020204" pitchFamily="34" charset="0"/>
              </a:rPr>
              <a:t>-------------------------------------------------------------------------------------------------------------------------------------------------</a:t>
            </a:r>
            <a:endParaRPr lang="en-IN" dirty="0"/>
          </a:p>
        </p:txBody>
      </p:sp>
      <p:sp>
        <p:nvSpPr>
          <p:cNvPr id="9" name="TextBox 8">
            <a:extLst>
              <a:ext uri="{FF2B5EF4-FFF2-40B4-BE49-F238E27FC236}">
                <a16:creationId xmlns:a16="http://schemas.microsoft.com/office/drawing/2014/main" id="{8603A443-A4DA-3B5D-57F5-9B6449C75619}"/>
              </a:ext>
            </a:extLst>
          </p:cNvPr>
          <p:cNvSpPr txBox="1"/>
          <p:nvPr/>
        </p:nvSpPr>
        <p:spPr>
          <a:xfrm>
            <a:off x="0" y="2121691"/>
            <a:ext cx="12192000" cy="369332"/>
          </a:xfrm>
          <a:prstGeom prst="rect">
            <a:avLst/>
          </a:prstGeom>
          <a:noFill/>
        </p:spPr>
        <p:txBody>
          <a:bodyPr wrap="square">
            <a:spAutoFit/>
          </a:bodyPr>
          <a:lstStyle/>
          <a:p>
            <a:r>
              <a:rPr lang="en-US" altLang="en-US" b="1" dirty="0" bmk="_Hlk30499946">
                <a:solidFill>
                  <a:srgbClr val="000000"/>
                </a:solidFill>
                <a:latin typeface="Bookman Old Style" panose="02050604050505020204" pitchFamily="18" charset="0"/>
                <a:ea typeface="Times New Roman" panose="02020603050405020304" pitchFamily="18" charset="0"/>
                <a:cs typeface="Arial" panose="020B0604020202020204" pitchFamily="34" charset="0"/>
              </a:rPr>
              <a:t>-------------------------------------------------------------------------------------------------------------------------------------------------</a:t>
            </a:r>
            <a:endParaRPr lang="en-IN" dirty="0"/>
          </a:p>
        </p:txBody>
      </p:sp>
    </p:spTree>
    <p:extLst>
      <p:ext uri="{BB962C8B-B14F-4D97-AF65-F5344CB8AC3E}">
        <p14:creationId xmlns:p14="http://schemas.microsoft.com/office/powerpoint/2010/main" val="3859718320"/>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TM04033925[[fn=Droplet]]</Template>
  <TotalTime>614</TotalTime>
  <Words>1244</Words>
  <Application>Microsoft Office PowerPoint</Application>
  <PresentationFormat>Widescreen</PresentationFormat>
  <Paragraphs>136</Paragraphs>
  <Slides>24</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24</vt:i4>
      </vt:variant>
    </vt:vector>
  </HeadingPairs>
  <TitlesOfParts>
    <vt:vector size="33" baseType="lpstr">
      <vt:lpstr>Arial</vt:lpstr>
      <vt:lpstr>Arial Black</vt:lpstr>
      <vt:lpstr>Book Antiqua</vt:lpstr>
      <vt:lpstr>Bookman Old Style</vt:lpstr>
      <vt:lpstr>Calibri</vt:lpstr>
      <vt:lpstr>Constantia</vt:lpstr>
      <vt:lpstr>Times New Roman</vt:lpstr>
      <vt:lpstr>Tw Cen MT</vt:lpstr>
      <vt:lpstr>Droplet</vt:lpstr>
      <vt:lpstr>PowerPoint Presentation</vt:lpstr>
      <vt:lpstr>Problem Statement:</vt:lpstr>
      <vt:lpstr>PowerPoint Presentation</vt:lpstr>
      <vt:lpstr>Current challenges faced</vt:lpstr>
      <vt:lpstr>PowerPoint Presentation</vt:lpstr>
      <vt:lpstr>PowerPoint Presentation</vt:lpstr>
      <vt:lpstr>PowerPoint Presentation</vt:lpstr>
      <vt:lpstr>Paper 4</vt:lpstr>
      <vt:lpstr>PowerPoint Presentation</vt:lpstr>
      <vt:lpstr>PowerPoint Presentation</vt:lpstr>
      <vt:lpstr>System Architecture:</vt:lpstr>
      <vt:lpstr>Usecase Diagram</vt:lpstr>
      <vt:lpstr>Class Diagram</vt:lpstr>
      <vt:lpstr>Sequence  Diagram </vt:lpstr>
      <vt:lpstr>Activity diagram</vt:lpstr>
      <vt:lpstr>Component diagram</vt:lpstr>
      <vt:lpstr>State chart diagram</vt:lpstr>
      <vt:lpstr>Deployment diagram</vt:lpstr>
      <vt:lpstr>Overview</vt:lpstr>
      <vt:lpstr>OUTput:</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someshwar6617@outlook.com</dc:creator>
  <cp:lastModifiedBy>Banne Srikrishna</cp:lastModifiedBy>
  <cp:revision>4</cp:revision>
  <dcterms:created xsi:type="dcterms:W3CDTF">2025-02-13T16:28:22Z</dcterms:created>
  <dcterms:modified xsi:type="dcterms:W3CDTF">2026-03-28T12:32:22Z</dcterms:modified>
</cp:coreProperties>
</file>